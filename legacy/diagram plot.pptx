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2B99-5860-B415-7DE3-EACFA83B9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5E6F1-9195-6910-9439-00AED7B1C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D5131-28F8-C48D-5F94-633CCF7CD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0EBCE-5410-66B8-5540-84E64B15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86B76-73BE-0E2C-C6A7-FDF5F8FC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3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E0E0-E1FC-43AA-8806-4EE430CA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3DE43-84FD-CF9F-2A2D-4DA2448FE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8886B-9053-F25E-5EB2-9BC9AD34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AE8A-DED7-5ED7-F42B-06A3B37F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939B8-066D-709B-E579-6AC6322B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1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59B8-44EB-E527-6C5E-DE3E0DB1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8A974-AB4C-37DA-CA0A-D9DD894B2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192E7-424B-D675-1A20-6A972864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F8B4F-616E-49F5-276C-5DEC71C7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A6869-9609-721C-B571-4DCADB4E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5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0551-7C3D-23F4-2606-0C53EB57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45CE-1C7B-4316-CA5A-408AC626D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8346B-BD23-6929-2392-E678E1D38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CF2FC-14DE-0BEA-35A6-05877896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46E83-ECC8-47CC-2082-D4D3D4CC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1028A-8069-88E5-A633-FEE3D94B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1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E0A6-AF8E-1BD6-E40E-6ADE65CA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DE79-AF72-7D1B-B5F7-F5CB1AE76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9845A-3609-6234-BE72-F38AC69BC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473C9-CEEC-3E4E-8BDF-CCD553522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AB7E3-84D0-E726-603E-D33239738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CA42A-AB4D-8E0A-F95E-A5B7AB5E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7D89C-2899-FA92-78CE-EFEDC496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E14E6-996A-4ED5-6DBB-C9BC25B5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8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4DCE-1633-09DB-887A-16BDBE5A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8B368-8184-581D-7012-93112BFC5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FF97E-BAE5-C429-8EBC-32A9417E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070FD-4713-8429-DC5E-E1380268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7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2B2F8-67F0-2D34-E2B7-A04B0D07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C9411-C989-EA1F-17BA-5F445310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9223E-A472-BF9A-0DF1-FCF3AE31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4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C905-6EC2-5ECD-455E-A2DAFDB3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36CD-F9E6-54B7-FB25-B224540C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E9585-BD82-9506-B4E4-884DD0F51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E7264-6572-E770-5563-E2D728C0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0CDFE-0A11-DD8F-A3B2-8ADE4793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81F94-FEEC-414E-94DD-03132F1D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1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E22D-01C9-0DC7-F45F-0A9CBA28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5C1BE-83FC-85C4-43B0-66178A5FD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14024-16F3-0F8B-2FA5-6857E076B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70E64-58A9-65F7-FA6D-0F9FADDF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7CEB4-7D2A-F008-1F10-AEF7E04E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EC581-CD9D-7C9F-4A5D-31DFE27D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8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F78C-EC50-A73C-06B3-4B0F4687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D2CE7-0372-600A-94FE-C68B8E943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E41DF-F87D-CF27-AE9E-50C21C50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CCBB5-B9B7-40B8-3C7E-F8E15265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A9A54-6F15-74D7-3810-19E409F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7DE6D-585E-9B77-C952-40FCFCF5D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1E040-0EC1-9687-5D1D-AC2B2065E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97AE3-9B15-08BF-32AC-51AF708F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D12FC-894E-5FCB-D491-ACFC70D1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26282-6AA0-3ABF-B9BB-FB9206AC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7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E2B3A-8BC8-E439-2D0A-6FA52E5D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A7F25-E19E-D302-D7CD-76013A616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E9C00-9604-8D0F-6E7A-8233E103B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65B03-47F5-644D-9A60-9A657ED2154D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4BD1A-3E85-F0DD-C991-852C882EF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7729D-EEDA-1C91-FF1E-573C09A7A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44871-E1D7-724E-A613-1946363AB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1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34650-EB70-E7F2-C884-7DBA431B1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19633-670F-AD71-1CAB-B694F5C95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4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C42CB5-5D5E-FF29-44EE-7363C89C36CB}"/>
              </a:ext>
            </a:extLst>
          </p:cNvPr>
          <p:cNvSpPr/>
          <p:nvPr/>
        </p:nvSpPr>
        <p:spPr>
          <a:xfrm>
            <a:off x="7452995" y="1679026"/>
            <a:ext cx="3942945" cy="26924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195E3C-FDAD-03F8-87C4-ED2FD09EEC5F}"/>
              </a:ext>
            </a:extLst>
          </p:cNvPr>
          <p:cNvSpPr/>
          <p:nvPr/>
        </p:nvSpPr>
        <p:spPr>
          <a:xfrm flipV="1">
            <a:off x="7735638" y="1833014"/>
            <a:ext cx="330200" cy="330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B95E22-3F17-070C-1D55-F2C013A54414}"/>
              </a:ext>
            </a:extLst>
          </p:cNvPr>
          <p:cNvSpPr/>
          <p:nvPr/>
        </p:nvSpPr>
        <p:spPr>
          <a:xfrm flipV="1">
            <a:off x="9417915" y="1806026"/>
            <a:ext cx="330200" cy="330200"/>
          </a:xfrm>
          <a:prstGeom prst="ellipse">
            <a:avLst/>
          </a:prstGeom>
          <a:solidFill>
            <a:srgbClr val="C000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+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3BFC3F3-A970-C7DC-BDA7-5CBA0B0A80A4}"/>
                  </a:ext>
                </a:extLst>
              </p:cNvPr>
              <p:cNvSpPr/>
              <p:nvPr/>
            </p:nvSpPr>
            <p:spPr>
              <a:xfrm>
                <a:off x="7559730" y="3179788"/>
                <a:ext cx="641350" cy="342900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3BFC3F3-A970-C7DC-BDA7-5CBA0B0A8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30" y="3179788"/>
                <a:ext cx="641350" cy="342900"/>
              </a:xfrm>
              <a:prstGeom prst="rect">
                <a:avLst/>
              </a:prstGeom>
              <a:blipFill>
                <a:blip r:embed="rId2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7C267E5-5A77-0700-CA60-C2CD8AED107E}"/>
                  </a:ext>
                </a:extLst>
              </p:cNvPr>
              <p:cNvSpPr/>
              <p:nvPr/>
            </p:nvSpPr>
            <p:spPr>
              <a:xfrm>
                <a:off x="8384419" y="3179788"/>
                <a:ext cx="641350" cy="342900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7C267E5-5A77-0700-CA60-C2CD8AED10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419" y="3179788"/>
                <a:ext cx="641350" cy="342900"/>
              </a:xfrm>
              <a:prstGeom prst="rect">
                <a:avLst/>
              </a:prstGeom>
              <a:blipFill>
                <a:blip r:embed="rId3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E88AFAE-D3F7-5639-7A11-3817F0933B88}"/>
                  </a:ext>
                </a:extLst>
              </p:cNvPr>
              <p:cNvSpPr/>
              <p:nvPr/>
            </p:nvSpPr>
            <p:spPr>
              <a:xfrm>
                <a:off x="9262340" y="3507826"/>
                <a:ext cx="641350" cy="3429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E88AFAE-D3F7-5639-7A11-3817F0933B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340" y="3507826"/>
                <a:ext cx="641350" cy="342900"/>
              </a:xfrm>
              <a:prstGeom prst="rect">
                <a:avLst/>
              </a:prstGeom>
              <a:blipFill>
                <a:blip r:embed="rId4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5BDF88-0470-566B-66F1-51D7397B1FFC}"/>
                  </a:ext>
                </a:extLst>
              </p:cNvPr>
              <p:cNvSpPr/>
              <p:nvPr/>
            </p:nvSpPr>
            <p:spPr>
              <a:xfrm>
                <a:off x="9998940" y="3114126"/>
                <a:ext cx="641350" cy="342900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E5BDF88-0470-566B-66F1-51D7397B1F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940" y="3114126"/>
                <a:ext cx="641350" cy="342900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7D91E464-858E-07C7-E756-35B589C727A4}"/>
              </a:ext>
            </a:extLst>
          </p:cNvPr>
          <p:cNvSpPr/>
          <p:nvPr/>
        </p:nvSpPr>
        <p:spPr>
          <a:xfrm flipV="1">
            <a:off x="9414740" y="2847426"/>
            <a:ext cx="330200" cy="330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*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E29FA6C-5A0B-A913-622B-A9AC2803621F}"/>
                  </a:ext>
                </a:extLst>
              </p:cNvPr>
              <p:cNvSpPr/>
              <p:nvPr/>
            </p:nvSpPr>
            <p:spPr>
              <a:xfrm>
                <a:off x="9970365" y="2314026"/>
                <a:ext cx="641350" cy="3556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E29FA6C-5A0B-A913-622B-A9AC28036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365" y="2314026"/>
                <a:ext cx="641350" cy="355600"/>
              </a:xfrm>
              <a:prstGeom prst="rect">
                <a:avLst/>
              </a:prstGeom>
              <a:blipFill>
                <a:blip r:embed="rId6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3AAD95-FF34-7CEE-4ED1-5894E10EE38A}"/>
              </a:ext>
            </a:extLst>
          </p:cNvPr>
          <p:cNvCxnSpPr>
            <a:cxnSpLocks/>
          </p:cNvCxnSpPr>
          <p:nvPr/>
        </p:nvCxnSpPr>
        <p:spPr>
          <a:xfrm>
            <a:off x="6891229" y="4104726"/>
            <a:ext cx="3520467" cy="19185"/>
          </a:xfrm>
          <a:prstGeom prst="line">
            <a:avLst/>
          </a:prstGeom>
          <a:ln w="222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B0947B-0D8D-1A50-F081-353D8D6CD156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7724762" y="4117426"/>
            <a:ext cx="0" cy="38258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AB6224-48C1-B27A-93C8-AB03C0565EB6}"/>
              </a:ext>
            </a:extLst>
          </p:cNvPr>
          <p:cNvCxnSpPr>
            <a:cxnSpLocks/>
          </p:cNvCxnSpPr>
          <p:nvPr/>
        </p:nvCxnSpPr>
        <p:spPr>
          <a:xfrm flipV="1">
            <a:off x="8640040" y="3507826"/>
            <a:ext cx="0" cy="5969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BE203F-10CA-4751-B463-FE16109ACDEF}"/>
              </a:ext>
            </a:extLst>
          </p:cNvPr>
          <p:cNvCxnSpPr>
            <a:cxnSpLocks/>
          </p:cNvCxnSpPr>
          <p:nvPr/>
        </p:nvCxnSpPr>
        <p:spPr>
          <a:xfrm flipV="1">
            <a:off x="9605240" y="3850726"/>
            <a:ext cx="0" cy="2667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1414CD-114A-106F-6238-101524DBE3F2}"/>
              </a:ext>
            </a:extLst>
          </p:cNvPr>
          <p:cNvCxnSpPr>
            <a:cxnSpLocks/>
          </p:cNvCxnSpPr>
          <p:nvPr/>
        </p:nvCxnSpPr>
        <p:spPr>
          <a:xfrm flipV="1">
            <a:off x="10393856" y="3507826"/>
            <a:ext cx="0" cy="6032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494A39-A0DE-D65A-DB27-78BA9AED27A2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9579299" y="3177626"/>
            <a:ext cx="3716" cy="3302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35DE9C57-BE40-C469-B878-AFAC70E197F8}"/>
              </a:ext>
            </a:extLst>
          </p:cNvPr>
          <p:cNvCxnSpPr>
            <a:cxnSpLocks/>
            <a:stCxn id="8" idx="0"/>
            <a:endCxn id="11" idx="2"/>
          </p:cNvCxnSpPr>
          <p:nvPr/>
        </p:nvCxnSpPr>
        <p:spPr>
          <a:xfrm rot="5400000" flipH="1" flipV="1">
            <a:off x="8976286" y="2741334"/>
            <a:ext cx="167262" cy="709646"/>
          </a:xfrm>
          <a:prstGeom prst="curvedConnector2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76429A-F2DF-5866-6639-45885EFA986C}"/>
              </a:ext>
            </a:extLst>
          </p:cNvPr>
          <p:cNvCxnSpPr>
            <a:cxnSpLocks/>
          </p:cNvCxnSpPr>
          <p:nvPr/>
        </p:nvCxnSpPr>
        <p:spPr>
          <a:xfrm>
            <a:off x="6892844" y="1987035"/>
            <a:ext cx="84279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9987F5-2A14-1B92-F1B1-6F036DE5378F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8065838" y="1971126"/>
            <a:ext cx="1352077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517F43-581C-B40B-24A6-ACC5A9AB98E0}"/>
              </a:ext>
            </a:extLst>
          </p:cNvPr>
          <p:cNvCxnSpPr>
            <a:cxnSpLocks/>
          </p:cNvCxnSpPr>
          <p:nvPr/>
        </p:nvCxnSpPr>
        <p:spPr>
          <a:xfrm flipV="1">
            <a:off x="7900738" y="2163214"/>
            <a:ext cx="0" cy="100171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B64E3D-B64E-2DDA-C38B-32033AABE1F6}"/>
              </a:ext>
            </a:extLst>
          </p:cNvPr>
          <p:cNvCxnSpPr>
            <a:cxnSpLocks/>
          </p:cNvCxnSpPr>
          <p:nvPr/>
        </p:nvCxnSpPr>
        <p:spPr>
          <a:xfrm flipV="1">
            <a:off x="9592270" y="2136226"/>
            <a:ext cx="0" cy="7112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8625BD3-8B00-B90F-2C4F-E502D388CC74}"/>
              </a:ext>
            </a:extLst>
          </p:cNvPr>
          <p:cNvSpPr/>
          <p:nvPr/>
        </p:nvSpPr>
        <p:spPr>
          <a:xfrm flipV="1">
            <a:off x="10900640" y="2738248"/>
            <a:ext cx="330200" cy="3302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</a:t>
            </a:r>
            <a:endParaRPr lang="en-US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337D19B9-0ED1-9105-4962-9CE6B03C735C}"/>
              </a:ext>
            </a:extLst>
          </p:cNvPr>
          <p:cNvCxnSpPr>
            <a:cxnSpLocks/>
            <a:stCxn id="12" idx="3"/>
            <a:endCxn id="24" idx="3"/>
          </p:cNvCxnSpPr>
          <p:nvPr/>
        </p:nvCxnSpPr>
        <p:spPr>
          <a:xfrm>
            <a:off x="10611715" y="2491826"/>
            <a:ext cx="337282" cy="294779"/>
          </a:xfrm>
          <a:prstGeom prst="curvedConnector2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2C3CB357-19AF-336F-FD81-4418D3B94B2A}"/>
              </a:ext>
            </a:extLst>
          </p:cNvPr>
          <p:cNvCxnSpPr>
            <a:cxnSpLocks/>
            <a:stCxn id="10" idx="0"/>
            <a:endCxn id="24" idx="2"/>
          </p:cNvCxnSpPr>
          <p:nvPr/>
        </p:nvCxnSpPr>
        <p:spPr>
          <a:xfrm rot="5400000" flipH="1" flipV="1">
            <a:off x="10504738" y="2718225"/>
            <a:ext cx="210778" cy="581025"/>
          </a:xfrm>
          <a:prstGeom prst="curvedConnector2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4EF129-C46A-D3FF-17E9-CDCE50BC812C}"/>
              </a:ext>
            </a:extLst>
          </p:cNvPr>
          <p:cNvCxnSpPr>
            <a:cxnSpLocks/>
          </p:cNvCxnSpPr>
          <p:nvPr/>
        </p:nvCxnSpPr>
        <p:spPr>
          <a:xfrm>
            <a:off x="9744940" y="1963044"/>
            <a:ext cx="2095500" cy="2399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36406A-90F7-C447-6A15-386B826425A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291040" y="1960014"/>
            <a:ext cx="0" cy="35401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675828-FFA7-3DB9-AF70-00B0C8A9BF3A}"/>
              </a:ext>
            </a:extLst>
          </p:cNvPr>
          <p:cNvCxnSpPr>
            <a:cxnSpLocks/>
            <a:stCxn id="24" idx="4"/>
          </p:cNvCxnSpPr>
          <p:nvPr/>
        </p:nvCxnSpPr>
        <p:spPr>
          <a:xfrm flipH="1" flipV="1">
            <a:off x="11063884" y="2039570"/>
            <a:ext cx="1856" cy="69867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Block Arc 29">
            <a:extLst>
              <a:ext uri="{FF2B5EF4-FFF2-40B4-BE49-F238E27FC236}">
                <a16:creationId xmlns:a16="http://schemas.microsoft.com/office/drawing/2014/main" id="{78484471-194D-B6D1-CFD1-04C29D307795}"/>
              </a:ext>
            </a:extLst>
          </p:cNvPr>
          <p:cNvSpPr/>
          <p:nvPr/>
        </p:nvSpPr>
        <p:spPr>
          <a:xfrm rot="16200000">
            <a:off x="10992763" y="1883020"/>
            <a:ext cx="165100" cy="176211"/>
          </a:xfrm>
          <a:prstGeom prst="blockArc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A4EC32-AEF8-F28B-838A-5091FDB00225}"/>
              </a:ext>
            </a:extLst>
          </p:cNvPr>
          <p:cNvCxnSpPr>
            <a:cxnSpLocks/>
          </p:cNvCxnSpPr>
          <p:nvPr/>
        </p:nvCxnSpPr>
        <p:spPr>
          <a:xfrm flipV="1">
            <a:off x="11050236" y="1240318"/>
            <a:ext cx="0" cy="6581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D411B9C-70CA-6C7B-4526-B09279C48593}"/>
                  </a:ext>
                </a:extLst>
              </p:cNvPr>
              <p:cNvSpPr/>
              <p:nvPr/>
            </p:nvSpPr>
            <p:spPr>
              <a:xfrm>
                <a:off x="7383685" y="4500014"/>
                <a:ext cx="682153" cy="607907"/>
              </a:xfrm>
              <a:prstGeom prst="rect">
                <a:avLst/>
              </a:prstGeom>
              <a:solidFill>
                <a:schemeClr val="bg2">
                  <a:lumMod val="50000"/>
                  <a:alpha val="7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aseline="30000" dirty="0"/>
                  <a:t>&lt;t&gt;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D411B9C-70CA-6C7B-4526-B09279C48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685" y="4500014"/>
                <a:ext cx="682153" cy="6079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E38B9C-A7F9-72B4-5238-ED0A96FF274A}"/>
              </a:ext>
            </a:extLst>
          </p:cNvPr>
          <p:cNvCxnSpPr>
            <a:cxnSpLocks/>
          </p:cNvCxnSpPr>
          <p:nvPr/>
        </p:nvCxnSpPr>
        <p:spPr>
          <a:xfrm flipV="1">
            <a:off x="7880405" y="3522688"/>
            <a:ext cx="0" cy="58838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0DA1180-8FE1-62D0-9E64-5E39913B6F29}"/>
              </a:ext>
            </a:extLst>
          </p:cNvPr>
          <p:cNvSpPr txBox="1"/>
          <p:nvPr/>
        </p:nvSpPr>
        <p:spPr>
          <a:xfrm>
            <a:off x="6865829" y="3774526"/>
            <a:ext cx="620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30000" dirty="0"/>
              <a:t>&lt;t-1&gt;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C058B9-B3C8-13F3-72C8-8451814C37AE}"/>
              </a:ext>
            </a:extLst>
          </p:cNvPr>
          <p:cNvSpPr txBox="1"/>
          <p:nvPr/>
        </p:nvSpPr>
        <p:spPr>
          <a:xfrm>
            <a:off x="6863255" y="1617703"/>
            <a:ext cx="633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30000" dirty="0"/>
              <a:t>&lt;t-1&gt;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2DFE26F-CD88-01D8-3000-258B7D7EC98B}"/>
              </a:ext>
            </a:extLst>
          </p:cNvPr>
          <p:cNvCxnSpPr>
            <a:cxnSpLocks/>
          </p:cNvCxnSpPr>
          <p:nvPr/>
        </p:nvCxnSpPr>
        <p:spPr>
          <a:xfrm>
            <a:off x="11230840" y="2903348"/>
            <a:ext cx="6096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2AB876A-E99F-D445-62B5-992A598986D4}"/>
              </a:ext>
            </a:extLst>
          </p:cNvPr>
          <p:cNvSpPr txBox="1"/>
          <p:nvPr/>
        </p:nvSpPr>
        <p:spPr>
          <a:xfrm>
            <a:off x="11503225" y="250709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30000" dirty="0"/>
              <a:t>&lt;t&gt;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22641B-0012-C346-346A-0AFDC8F05250}"/>
              </a:ext>
            </a:extLst>
          </p:cNvPr>
          <p:cNvSpPr txBox="1"/>
          <p:nvPr/>
        </p:nvSpPr>
        <p:spPr>
          <a:xfrm>
            <a:off x="11458969" y="161283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baseline="30000" dirty="0"/>
              <a:t>&lt;t&gt;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A4D4A0-3DA7-5094-74CA-9D9F6A25A331}"/>
              </a:ext>
            </a:extLst>
          </p:cNvPr>
          <p:cNvSpPr txBox="1"/>
          <p:nvPr/>
        </p:nvSpPr>
        <p:spPr>
          <a:xfrm>
            <a:off x="10640290" y="123349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30000" dirty="0"/>
              <a:t>&lt;t&gt;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3CDF3AA-28AD-8A09-B888-43FA1D4646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7538" y="1225476"/>
            <a:ext cx="4881853" cy="346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8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Laha Ale</dc:creator>
  <cp:lastModifiedBy>Laha Ale</cp:lastModifiedBy>
  <cp:revision>1</cp:revision>
  <dcterms:created xsi:type="dcterms:W3CDTF">2024-11-16T03:37:40Z</dcterms:created>
  <dcterms:modified xsi:type="dcterms:W3CDTF">2024-11-16T03:40:45Z</dcterms:modified>
</cp:coreProperties>
</file>