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4e926a4d959421f" /><Relationship Type="http://schemas.openxmlformats.org/officeDocument/2006/relationships/extended-properties" Target="/docProps/app.xml" Id="Rf209b76162c84f21" /><Relationship Type="http://schemas.openxmlformats.org/officeDocument/2006/relationships/officeDocument" Target="/ppt/presentation.xml" Id="R87642c6483774a30" /></Relationships>
</file>

<file path=ppt/presentation.xml><?xml version="1.0" encoding="utf-8"?>
<p:presentation xmlns:p="http://schemas.openxmlformats.org/presentationml/2006/main">
  <p:sldMasterIdLst>
    <p:sldMasterId xmlns:r="http://schemas.openxmlformats.org/officeDocument/2006/relationships" id="2147483648" r:id="R0a7c728a89c343f0"/>
  </p:sldMasterIdLst>
  <p:notesMasterIdLst>
    <p:notesMasterId xmlns:r="http://schemas.openxmlformats.org/officeDocument/2006/relationships" r:id="R0b115418e17f435a"/>
  </p:notesMasterIdLst>
  <p:sldIdLst>
    <p:sldId xmlns:r="http://schemas.openxmlformats.org/officeDocument/2006/relationships" id="256" r:id="Rb598d4e8269b4c92"/>
    <p:sldId xmlns:r="http://schemas.openxmlformats.org/officeDocument/2006/relationships" id="257" r:id="R35c751c822d448e9"/>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b6cd7066b954cf2" /><Relationship Type="http://schemas.openxmlformats.org/officeDocument/2006/relationships/slideMaster" Target="/ppt/slideMasters/slideMaster1.xml" Id="R0a7c728a89c343f0" /><Relationship Type="http://schemas.openxmlformats.org/officeDocument/2006/relationships/notesMaster" Target="/ppt/notesMasters/notesMaster1.xml" Id="R0b115418e17f435a" /><Relationship Type="http://schemas.openxmlformats.org/officeDocument/2006/relationships/presProps" Target="/ppt/presProps.xml" Id="Radff4aca6dd14c4c" /><Relationship Type="http://schemas.openxmlformats.org/officeDocument/2006/relationships/tableStyles" Target="/ppt/tableStyles.xml" Id="R6867e404b25b4089" /><Relationship Type="http://schemas.openxmlformats.org/officeDocument/2006/relationships/slide" Target="/ppt/slides/slide1.xml" Id="Rb598d4e8269b4c92" /><Relationship Type="http://schemas.openxmlformats.org/officeDocument/2006/relationships/slide" Target="/ppt/slides/slide2.xml" Id="R35c751c822d448e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b7edebb28254ca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8a1083188d54b93" /><Relationship Type="http://schemas.openxmlformats.org/officeDocument/2006/relationships/notesMaster" Target="/ppt/notesMasters/notesMaster1.xml" Id="Rd21643f36adf4777" /></Relationships>
</file>

<file path=ppt/notesSlides/_rels/notesSlide2.xml.rels>&#65279;<?xml version="1.0" encoding="utf-8"?><Relationships xmlns="http://schemas.openxmlformats.org/package/2006/relationships"><Relationship Type="http://schemas.openxmlformats.org/officeDocument/2006/relationships/slide" Target="/ppt/slides/slide2.xml" Id="Rb1ea3ec642b74673" /><Relationship Type="http://schemas.openxmlformats.org/officeDocument/2006/relationships/notesMaster" Target="/ppt/notesMasters/notesMaster1.xml" Id="R8255b9d90cf0439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 System overview and finite-history contact-force estimation. Source: manuscript/main.tex, sections Introduction and Pantograph–Catenary System and Problem Formulation, equations eq:window_pair, eq:discrete_mapping, eq:standardization; method eq:force_decoder. The wire and pantograph are a topology schematic, not a calibrated geometric or finite-element mesh rendering. The colored history cells denote available acceleration and uplift samples and do not encode numerical data. The contact force is an outcome of the coupled simulation. Its reference value is a training/evaluation label and never an inference input. Each window contains m observations, excludes the target-time observation, and predicts one force sample; the latent state resets for each window. The 1 ms interval is the manuscript reference configuration inferred from distance and speed, not independently confirmed timestamps. The figure makes no performance claim. No external images or external factual sources were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2. Observation-conditioned physics-guided neural dynamics. Source: manuscript/main.tex, section Observation-Conditioned Physics-Guided Neural Dynamics, especially eq:observation_encoder, eq:linear_interpolation, eq:continuous_observation, eq:initial_state, eq:final_pgnd, eq:quadratic_potential, eq:force_decoder, eq:force_reconstruction, eq:total_loss. Cross-checked against src/model.py. The displayed field is the implemented quadratic-potential special case: q'=v, v'=-Dv-Kq+Bh(tau)+r, with D=L_D L_D^T and K=L_K L_K^T positive semidefinite, V(q)=q^T K q/2, and r=f_theta(q,v,h,tau). The vectors q and v are 16-dimensional learned latent coordinates, not identified physical displacements or velocities. The time derivative is with respect to solver time tau=(t-t0)/t_unit, t_unit=1 ms in the reference configuration. The shared pointwise encoder operates on standardized acceleration/uplift. Encodings are linearly interpolated over the observed history and held at h_(m-1) over the final interval. The schematic interpolation trace is conceptual and carries no measured data values. The main path uses K0=0 and z0=E0(x_tilde_0). The dashed optional warm-up inset uses an available prefix through K0 and begins integration at tau_K0, within the same m-sample budget. Warm-up is unimplemented and untested. The readout is Fhat_tilde_m=G(h_(m-1))+H(z_m), followed by Fhat_m=mu_F+sigma_F*Fhat_tilde_m. G and H produce scalar standardized-force terms, not identified physical force components; the ODE residual r is a separate vector. Only the final force target is supervised. The residual penalty averages squared Euclidean residual norms over batch windows and evolved sample times, summing over latent components and excluding the initial state. Reference lambda=0.001. All parameters are learned jointly with Adam and direct autograd through the discretized RK4 solve. Diagram labels omit parameter subscripts for readability. No accuracy or stability advantage is asserted. No external images or external sources were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9a79d7b044c4db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fca0c3771244ef4" /><Relationship Type="http://schemas.openxmlformats.org/officeDocument/2006/relationships/slideLayout" Target="/ppt/slideLayouts/slideLayout1.xml" Id="R9c549a4802484c7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c549a4802484c7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8799d4101be488f" /><Relationship Type="http://schemas.openxmlformats.org/officeDocument/2006/relationships/notesSlide" Target="/ppt/notesSlides/notesSlide1.xml" Id="Rbfe0c157db3a456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efb3c856a424cb3" /><Relationship Type="http://schemas.openxmlformats.org/officeDocument/2006/relationships/notesSlide" Target="/ppt/notesSlides/notesSlide2.xml" Id="Rd8f129076c9748c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5" name="panel-letter-a-1">
            <a:extLst xmlns:a="http://schemas.openxmlformats.org/drawingml/2006/main">
              <a:ext uri="{FF2B5EF4-FFF2-40B4-BE49-F238E27FC236}">
                <a16:creationId xmlns:a16="http://schemas.microsoft.com/office/drawing/2014/main" id="{FBD4CE67-2A24-41B8-8604-F66BF1B9F0CD}"/>
              </a:ext>
            </a:extLst>
          </p:cNvPr>
          <p:cNvSpPr>
            <a:spLocks xmlns:a="http://schemas.openxmlformats.org/drawingml/2006/main" noGrp="1"/>
          </p:cNvSpPr>
          <p:nvPr/>
        </p:nvSpPr>
        <p:spPr>
          <a:xfrm xmlns:a="http://schemas.openxmlformats.org/drawingml/2006/main">
            <a:off x="514350" y="428625"/>
            <a:ext cx="2762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25333D"/>
                </a:solidFill>
                <a:latin typeface="Arial"/>
                <a:ea typeface="Arial"/>
                <a:cs typeface="Arial"/>
              </a:defRPr>
            </a:pPr>
            <a:r>
              <a:rPr sz="2325" b="1">
                <a:solidFill>
                  <a:srgbClr val="25333D"/>
                </a:solidFill>
                <a:latin typeface="Arial"/>
                <a:ea typeface="Arial"/>
                <a:cs typeface="Arial"/>
              </a:rPr>
              <a:t>a</a:t>
            </a:r>
          </a:p>
        </p:txBody>
      </p:sp>
      <p:sp>
        <p:nvSpPr>
          <p:cNvPr id="2" name="panel-heading-a-2">
            <a:extLst xmlns:a="http://schemas.openxmlformats.org/drawingml/2006/main">
              <a:ext uri="{FF2B5EF4-FFF2-40B4-BE49-F238E27FC236}">
                <a16:creationId xmlns:a16="http://schemas.microsoft.com/office/drawing/2014/main" id="{87EF6D9E-FFC9-4112-B409-252941B2A0A3}"/>
              </a:ext>
            </a:extLst>
          </p:cNvPr>
          <p:cNvSpPr>
            <a:spLocks xmlns:a="http://schemas.openxmlformats.org/drawingml/2006/main" noGrp="1"/>
          </p:cNvSpPr>
          <p:nvPr/>
        </p:nvSpPr>
        <p:spPr>
          <a:xfrm xmlns:a="http://schemas.openxmlformats.org/drawingml/2006/main">
            <a:off x="885825" y="428625"/>
            <a:ext cx="3867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25333D"/>
                </a:solidFill>
                <a:latin typeface="Arial"/>
                <a:ea typeface="Arial"/>
                <a:cs typeface="Arial"/>
              </a:defRPr>
            </a:pPr>
            <a:r>
              <a:rPr sz="2025" b="1">
                <a:solidFill>
                  <a:srgbClr val="25333D"/>
                </a:solidFill>
                <a:latin typeface="Arial"/>
                <a:ea typeface="Arial"/>
                <a:cs typeface="Arial"/>
              </a:rPr>
              <a:t>Coupled physical system</a:t>
            </a:r>
          </a:p>
        </p:txBody>
      </p:sp>
      <p:sp>
        <p:nvSpPr>
          <p:cNvPr id="3" name="panel-letter-b-3">
            <a:extLst xmlns:a="http://schemas.openxmlformats.org/drawingml/2006/main">
              <a:ext uri="{FF2B5EF4-FFF2-40B4-BE49-F238E27FC236}">
                <a16:creationId xmlns:a16="http://schemas.microsoft.com/office/drawing/2014/main" id="{49AA2B88-08D1-49BC-B684-8476D580BD73}"/>
              </a:ext>
            </a:extLst>
          </p:cNvPr>
          <p:cNvSpPr>
            <a:spLocks xmlns:a="http://schemas.openxmlformats.org/drawingml/2006/main" noGrp="1"/>
          </p:cNvSpPr>
          <p:nvPr/>
        </p:nvSpPr>
        <p:spPr>
          <a:xfrm xmlns:a="http://schemas.openxmlformats.org/drawingml/2006/main">
            <a:off x="5238750" y="428625"/>
            <a:ext cx="2762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25333D"/>
                </a:solidFill>
                <a:latin typeface="Arial"/>
                <a:ea typeface="Arial"/>
                <a:cs typeface="Arial"/>
              </a:defRPr>
            </a:pPr>
            <a:r>
              <a:rPr sz="2325" b="1">
                <a:solidFill>
                  <a:srgbClr val="25333D"/>
                </a:solidFill>
                <a:latin typeface="Arial"/>
                <a:ea typeface="Arial"/>
                <a:cs typeface="Arial"/>
              </a:rPr>
              <a:t>b</a:t>
            </a:r>
          </a:p>
        </p:txBody>
      </p:sp>
      <p:sp>
        <p:nvSpPr>
          <p:cNvPr id="4" name="panel-heading-b-4">
            <a:extLst xmlns:a="http://schemas.openxmlformats.org/drawingml/2006/main">
              <a:ext uri="{FF2B5EF4-FFF2-40B4-BE49-F238E27FC236}">
                <a16:creationId xmlns:a16="http://schemas.microsoft.com/office/drawing/2014/main" id="{CA2D31A6-7069-4EDB-974B-AA5AF9436C9D}"/>
              </a:ext>
            </a:extLst>
          </p:cNvPr>
          <p:cNvSpPr>
            <a:spLocks xmlns:a="http://schemas.openxmlformats.org/drawingml/2006/main" noGrp="1"/>
          </p:cNvSpPr>
          <p:nvPr/>
        </p:nvSpPr>
        <p:spPr>
          <a:xfrm xmlns:a="http://schemas.openxmlformats.org/drawingml/2006/main">
            <a:off x="5610225" y="428625"/>
            <a:ext cx="28670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25333D"/>
                </a:solidFill>
                <a:latin typeface="Arial"/>
                <a:ea typeface="Arial"/>
                <a:cs typeface="Arial"/>
              </a:defRPr>
            </a:pPr>
            <a:r>
              <a:rPr sz="2025" b="1">
                <a:solidFill>
                  <a:srgbClr val="25333D"/>
                </a:solidFill>
                <a:latin typeface="Arial"/>
                <a:ea typeface="Arial"/>
                <a:cs typeface="Arial"/>
              </a:rPr>
              <a:t>Response history</a:t>
            </a:r>
          </a:p>
        </p:txBody>
      </p:sp>
      <p:sp>
        <p:nvSpPr>
          <p:cNvPr id="5" name="panel-letter-c-5">
            <a:extLst xmlns:a="http://schemas.openxmlformats.org/drawingml/2006/main">
              <a:ext uri="{FF2B5EF4-FFF2-40B4-BE49-F238E27FC236}">
                <a16:creationId xmlns:a16="http://schemas.microsoft.com/office/drawing/2014/main" id="{44A277C9-87FD-42AF-A94A-8387290693C1}"/>
              </a:ext>
            </a:extLst>
          </p:cNvPr>
          <p:cNvSpPr>
            <a:spLocks xmlns:a="http://schemas.openxmlformats.org/drawingml/2006/main" noGrp="1"/>
          </p:cNvSpPr>
          <p:nvPr/>
        </p:nvSpPr>
        <p:spPr>
          <a:xfrm xmlns:a="http://schemas.openxmlformats.org/drawingml/2006/main">
            <a:off x="9010650" y="428625"/>
            <a:ext cx="2762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25333D"/>
                </a:solidFill>
                <a:latin typeface="Arial"/>
                <a:ea typeface="Arial"/>
                <a:cs typeface="Arial"/>
              </a:defRPr>
            </a:pPr>
            <a:r>
              <a:rPr sz="2325" b="1">
                <a:solidFill>
                  <a:srgbClr val="25333D"/>
                </a:solidFill>
                <a:latin typeface="Arial"/>
                <a:ea typeface="Arial"/>
                <a:cs typeface="Arial"/>
              </a:rPr>
              <a:t>c</a:t>
            </a:r>
          </a:p>
        </p:txBody>
      </p:sp>
      <p:sp>
        <p:nvSpPr>
          <p:cNvPr id="6" name="panel-heading-c-6">
            <a:extLst xmlns:a="http://schemas.openxmlformats.org/drawingml/2006/main">
              <a:ext uri="{FF2B5EF4-FFF2-40B4-BE49-F238E27FC236}">
                <a16:creationId xmlns:a16="http://schemas.microsoft.com/office/drawing/2014/main" id="{BE9D14AD-395D-4FDB-B256-4AA6B684343F}"/>
              </a:ext>
            </a:extLst>
          </p:cNvPr>
          <p:cNvSpPr>
            <a:spLocks xmlns:a="http://schemas.openxmlformats.org/drawingml/2006/main" noGrp="1"/>
          </p:cNvSpPr>
          <p:nvPr/>
        </p:nvSpPr>
        <p:spPr>
          <a:xfrm xmlns:a="http://schemas.openxmlformats.org/drawingml/2006/main">
            <a:off x="9382125" y="428625"/>
            <a:ext cx="4724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25333D"/>
                </a:solidFill>
                <a:latin typeface="Arial"/>
                <a:ea typeface="Arial"/>
                <a:cs typeface="Arial"/>
              </a:defRPr>
            </a:pPr>
            <a:r>
              <a:rPr sz="2025" b="1">
                <a:solidFill>
                  <a:srgbClr val="25333D"/>
                </a:solidFill>
                <a:latin typeface="Arial"/>
                <a:ea typeface="Arial"/>
                <a:cs typeface="Arial"/>
              </a:rPr>
              <a:t>Force estimation</a:t>
            </a:r>
          </a:p>
        </p:txBody>
      </p:sp>
      <p:sp>
        <p:nvSpPr>
          <p:cNvPr id="7" name="catenary-label-7">
            <a:extLst xmlns:a="http://schemas.openxmlformats.org/drawingml/2006/main">
              <a:ext uri="{FF2B5EF4-FFF2-40B4-BE49-F238E27FC236}">
                <a16:creationId xmlns:a16="http://schemas.microsoft.com/office/drawing/2014/main" id="{9F3EF1CA-B429-4D0F-82FC-A14E73EE103B}"/>
              </a:ext>
            </a:extLst>
          </p:cNvPr>
          <p:cNvSpPr>
            <a:spLocks xmlns:a="http://schemas.openxmlformats.org/drawingml/2006/main" noGrp="1"/>
          </p:cNvSpPr>
          <p:nvPr/>
        </p:nvSpPr>
        <p:spPr>
          <a:xfrm xmlns:a="http://schemas.openxmlformats.org/drawingml/2006/main">
            <a:off x="1152525" y="1066800"/>
            <a:ext cx="273367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61737E"/>
                </a:solidFill>
                <a:latin typeface="Arial"/>
                <a:ea typeface="Arial"/>
                <a:cs typeface="Arial"/>
              </a:defRPr>
            </a:pPr>
            <a:r>
              <a:rPr sz="1800" b="0">
                <a:solidFill>
                  <a:srgbClr val="61737E"/>
                </a:solidFill>
                <a:latin typeface="Arial"/>
                <a:ea typeface="Arial"/>
                <a:cs typeface="Arial"/>
              </a:rPr>
              <a:t>Catenary (ANCF)</a:t>
            </a:r>
          </a:p>
        </p:txBody>
      </p:sp>
      <p:sp>
        <p:nvSpPr>
          <p:cNvPr id="8" name="left-support-8">
            <a:extLst xmlns:a="http://schemas.openxmlformats.org/drawingml/2006/main">
              <a:ext uri="{FF2B5EF4-FFF2-40B4-BE49-F238E27FC236}">
                <a16:creationId xmlns:a16="http://schemas.microsoft.com/office/drawing/2014/main" id="{3C941622-E134-4719-9830-CA3FDB2FD28F}"/>
              </a:ext>
            </a:extLst>
          </p:cNvPr>
          <p:cNvSpPr>
            <a:spLocks xmlns:a="http://schemas.openxmlformats.org/drawingml/2006/main" noGrp="1"/>
          </p:cNvSpPr>
          <p:nvPr/>
        </p:nvSpPr>
        <p:spPr>
          <a:xfrm xmlns:a="http://schemas.openxmlformats.org/drawingml/2006/main">
            <a:off x="781050" y="1514475"/>
            <a:ext cx="953" cy="1247775"/>
          </a:xfrm>
          <a:custGeom xmlns:a="http://schemas.openxmlformats.org/drawingml/2006/main">
            <a:pathLst>
              <a:path w="953" h="1247775">
                <a:moveTo>
                  <a:pt x="0" y="0"/>
                </a:moveTo>
                <a:lnTo>
                  <a:pt x="0" y="1247775"/>
                </a:lnTo>
              </a:path>
            </a:pathLst>
          </a:custGeom>
          <a:noFill xmlns:a="http://schemas.openxmlformats.org/drawingml/2006/main"/>
          <a:ln xmlns:a="http://schemas.openxmlformats.org/drawingml/2006/main" w="38100">
            <a:solidFill>
              <a:srgbClr val="8B9CA6"/>
            </a:solidFill>
            <a:prstDash val="solid"/>
          </a:ln>
        </p:spPr>
      </p:sp>
      <p:sp>
        <p:nvSpPr>
          <p:cNvPr id="9" name="right-support-9">
            <a:extLst xmlns:a="http://schemas.openxmlformats.org/drawingml/2006/main">
              <a:ext uri="{FF2B5EF4-FFF2-40B4-BE49-F238E27FC236}">
                <a16:creationId xmlns:a16="http://schemas.microsoft.com/office/drawing/2014/main" id="{AC328BAD-61EB-42E5-9684-ABCFBDDC5698}"/>
              </a:ext>
            </a:extLst>
          </p:cNvPr>
          <p:cNvSpPr>
            <a:spLocks xmlns:a="http://schemas.openxmlformats.org/drawingml/2006/main" noGrp="1"/>
          </p:cNvSpPr>
          <p:nvPr/>
        </p:nvSpPr>
        <p:spPr>
          <a:xfrm xmlns:a="http://schemas.openxmlformats.org/drawingml/2006/main">
            <a:off x="4257675" y="1514475"/>
            <a:ext cx="953" cy="1247775"/>
          </a:xfrm>
          <a:custGeom xmlns:a="http://schemas.openxmlformats.org/drawingml/2006/main">
            <a:pathLst>
              <a:path w="953" h="1247775">
                <a:moveTo>
                  <a:pt x="0" y="0"/>
                </a:moveTo>
                <a:lnTo>
                  <a:pt x="0" y="1247775"/>
                </a:lnTo>
              </a:path>
            </a:pathLst>
          </a:custGeom>
          <a:noFill xmlns:a="http://schemas.openxmlformats.org/drawingml/2006/main"/>
          <a:ln xmlns:a="http://schemas.openxmlformats.org/drawingml/2006/main" w="38100">
            <a:solidFill>
              <a:srgbClr val="8B9CA6"/>
            </a:solidFill>
            <a:prstDash val="solid"/>
          </a:ln>
        </p:spPr>
      </p:sp>
      <p:sp>
        <p:nvSpPr>
          <p:cNvPr id="10" name="left-support-cap-10">
            <a:extLst xmlns:a="http://schemas.openxmlformats.org/drawingml/2006/main">
              <a:ext uri="{FF2B5EF4-FFF2-40B4-BE49-F238E27FC236}">
                <a16:creationId xmlns:a16="http://schemas.microsoft.com/office/drawing/2014/main" id="{BF22D419-E799-42DB-85D7-A485A065E2F7}"/>
              </a:ext>
            </a:extLst>
          </p:cNvPr>
          <p:cNvSpPr>
            <a:spLocks xmlns:a="http://schemas.openxmlformats.org/drawingml/2006/main" noGrp="1"/>
          </p:cNvSpPr>
          <p:nvPr/>
        </p:nvSpPr>
        <p:spPr>
          <a:xfrm xmlns:a="http://schemas.openxmlformats.org/drawingml/2006/main">
            <a:off x="628650" y="1514475"/>
            <a:ext cx="304800" cy="953"/>
          </a:xfrm>
          <a:custGeom xmlns:a="http://schemas.openxmlformats.org/drawingml/2006/main">
            <a:pathLst>
              <a:path w="304800" h="953">
                <a:moveTo>
                  <a:pt x="0" y="0"/>
                </a:moveTo>
                <a:lnTo>
                  <a:pt x="304800" y="0"/>
                </a:lnTo>
              </a:path>
            </a:pathLst>
          </a:custGeom>
          <a:noFill xmlns:a="http://schemas.openxmlformats.org/drawingml/2006/main"/>
          <a:ln xmlns:a="http://schemas.openxmlformats.org/drawingml/2006/main" w="28575">
            <a:solidFill>
              <a:srgbClr val="8B9CA6"/>
            </a:solidFill>
            <a:prstDash val="solid"/>
          </a:ln>
        </p:spPr>
      </p:sp>
      <p:sp>
        <p:nvSpPr>
          <p:cNvPr id="11" name="right-support-cap-11">
            <a:extLst xmlns:a="http://schemas.openxmlformats.org/drawingml/2006/main">
              <a:ext uri="{FF2B5EF4-FFF2-40B4-BE49-F238E27FC236}">
                <a16:creationId xmlns:a16="http://schemas.microsoft.com/office/drawing/2014/main" id="{CDE8F4BC-F0E3-48AB-A363-AF59F332D849}"/>
              </a:ext>
            </a:extLst>
          </p:cNvPr>
          <p:cNvSpPr>
            <a:spLocks xmlns:a="http://schemas.openxmlformats.org/drawingml/2006/main" noGrp="1"/>
          </p:cNvSpPr>
          <p:nvPr/>
        </p:nvSpPr>
        <p:spPr>
          <a:xfrm xmlns:a="http://schemas.openxmlformats.org/drawingml/2006/main">
            <a:off x="4105275" y="1514475"/>
            <a:ext cx="304800" cy="953"/>
          </a:xfrm>
          <a:custGeom xmlns:a="http://schemas.openxmlformats.org/drawingml/2006/main">
            <a:pathLst>
              <a:path w="304800" h="953">
                <a:moveTo>
                  <a:pt x="0" y="0"/>
                </a:moveTo>
                <a:lnTo>
                  <a:pt x="304800" y="0"/>
                </a:lnTo>
              </a:path>
            </a:pathLst>
          </a:custGeom>
          <a:noFill xmlns:a="http://schemas.openxmlformats.org/drawingml/2006/main"/>
          <a:ln xmlns:a="http://schemas.openxmlformats.org/drawingml/2006/main" w="28575">
            <a:solidFill>
              <a:srgbClr val="8B9CA6"/>
            </a:solidFill>
            <a:prstDash val="solid"/>
          </a:ln>
        </p:spPr>
      </p:sp>
      <p:sp>
        <p:nvSpPr>
          <p:cNvPr id="12" name="messenger-wire-12">
            <a:extLst xmlns:a="http://schemas.openxmlformats.org/drawingml/2006/main">
              <a:ext uri="{FF2B5EF4-FFF2-40B4-BE49-F238E27FC236}">
                <a16:creationId xmlns:a16="http://schemas.microsoft.com/office/drawing/2014/main" id="{D912817D-3450-483C-B0AE-BDA7FB396955}"/>
              </a:ext>
            </a:extLst>
          </p:cNvPr>
          <p:cNvSpPr>
            <a:spLocks xmlns:a="http://schemas.openxmlformats.org/drawingml/2006/main" noGrp="1"/>
          </p:cNvSpPr>
          <p:nvPr/>
        </p:nvSpPr>
        <p:spPr>
          <a:xfrm xmlns:a="http://schemas.openxmlformats.org/drawingml/2006/main">
            <a:off x="781050" y="1657350"/>
            <a:ext cx="3476625" cy="409575"/>
          </a:xfrm>
          <a:custGeom xmlns:a="http://schemas.openxmlformats.org/drawingml/2006/main">
            <a:pathLst>
              <a:path w="3476625" h="409575">
                <a:moveTo>
                  <a:pt x="0" y="0"/>
                </a:moveTo>
                <a:lnTo>
                  <a:pt x="86916" y="39934"/>
                </a:lnTo>
                <a:lnTo>
                  <a:pt x="173831" y="77819"/>
                </a:lnTo>
                <a:lnTo>
                  <a:pt x="260747" y="113657"/>
                </a:lnTo>
                <a:lnTo>
                  <a:pt x="347663" y="147447"/>
                </a:lnTo>
                <a:lnTo>
                  <a:pt x="434578" y="179189"/>
                </a:lnTo>
                <a:lnTo>
                  <a:pt x="521494" y="208883"/>
                </a:lnTo>
                <a:lnTo>
                  <a:pt x="608409" y="236530"/>
                </a:lnTo>
                <a:lnTo>
                  <a:pt x="695325" y="262128"/>
                </a:lnTo>
                <a:lnTo>
                  <a:pt x="782241" y="285679"/>
                </a:lnTo>
                <a:lnTo>
                  <a:pt x="869156" y="307181"/>
                </a:lnTo>
                <a:lnTo>
                  <a:pt x="956072" y="326636"/>
                </a:lnTo>
                <a:lnTo>
                  <a:pt x="1042988" y="344043"/>
                </a:lnTo>
                <a:lnTo>
                  <a:pt x="1129903" y="359402"/>
                </a:lnTo>
                <a:lnTo>
                  <a:pt x="1216819" y="372713"/>
                </a:lnTo>
                <a:lnTo>
                  <a:pt x="1303734" y="383977"/>
                </a:lnTo>
                <a:lnTo>
                  <a:pt x="1390650" y="393192"/>
                </a:lnTo>
                <a:lnTo>
                  <a:pt x="1477566" y="400360"/>
                </a:lnTo>
                <a:lnTo>
                  <a:pt x="1564481" y="405479"/>
                </a:lnTo>
                <a:lnTo>
                  <a:pt x="1651397" y="408551"/>
                </a:lnTo>
                <a:lnTo>
                  <a:pt x="1738313" y="409575"/>
                </a:lnTo>
                <a:lnTo>
                  <a:pt x="1825228" y="408551"/>
                </a:lnTo>
                <a:lnTo>
                  <a:pt x="1912144" y="405479"/>
                </a:lnTo>
                <a:lnTo>
                  <a:pt x="1999059" y="400360"/>
                </a:lnTo>
                <a:lnTo>
                  <a:pt x="2085975" y="393192"/>
                </a:lnTo>
                <a:lnTo>
                  <a:pt x="2172891" y="383977"/>
                </a:lnTo>
                <a:lnTo>
                  <a:pt x="2259806" y="372713"/>
                </a:lnTo>
                <a:lnTo>
                  <a:pt x="2346722" y="359402"/>
                </a:lnTo>
                <a:lnTo>
                  <a:pt x="2433638" y="344043"/>
                </a:lnTo>
                <a:lnTo>
                  <a:pt x="2520553" y="326636"/>
                </a:lnTo>
                <a:lnTo>
                  <a:pt x="2607469" y="307181"/>
                </a:lnTo>
                <a:lnTo>
                  <a:pt x="2694384" y="285679"/>
                </a:lnTo>
                <a:lnTo>
                  <a:pt x="2781300" y="262128"/>
                </a:lnTo>
                <a:lnTo>
                  <a:pt x="2868216" y="236530"/>
                </a:lnTo>
                <a:lnTo>
                  <a:pt x="2955131" y="208883"/>
                </a:lnTo>
                <a:lnTo>
                  <a:pt x="3042047" y="179189"/>
                </a:lnTo>
                <a:lnTo>
                  <a:pt x="3128963" y="147447"/>
                </a:lnTo>
                <a:lnTo>
                  <a:pt x="3215878" y="113657"/>
                </a:lnTo>
                <a:lnTo>
                  <a:pt x="3302794" y="77819"/>
                </a:lnTo>
                <a:lnTo>
                  <a:pt x="3389709" y="39934"/>
                </a:lnTo>
                <a:lnTo>
                  <a:pt x="3476625" y="0"/>
                </a:lnTo>
              </a:path>
            </a:pathLst>
          </a:custGeom>
          <a:noFill xmlns:a="http://schemas.openxmlformats.org/drawingml/2006/main"/>
          <a:ln xmlns:a="http://schemas.openxmlformats.org/drawingml/2006/main" w="23813">
            <a:solidFill>
              <a:srgbClr val="61737E"/>
            </a:solidFill>
            <a:prstDash val="solid"/>
          </a:ln>
        </p:spPr>
      </p:sp>
      <p:sp>
        <p:nvSpPr>
          <p:cNvPr id="13" name="contact-wire-13">
            <a:extLst xmlns:a="http://schemas.openxmlformats.org/drawingml/2006/main">
              <a:ext uri="{FF2B5EF4-FFF2-40B4-BE49-F238E27FC236}">
                <a16:creationId xmlns:a16="http://schemas.microsoft.com/office/drawing/2014/main" id="{FA578B2A-250E-4787-B4F4-6E61AF776204}"/>
              </a:ext>
            </a:extLst>
          </p:cNvPr>
          <p:cNvSpPr>
            <a:spLocks xmlns:a="http://schemas.openxmlformats.org/drawingml/2006/main" noGrp="1"/>
          </p:cNvSpPr>
          <p:nvPr/>
        </p:nvSpPr>
        <p:spPr>
          <a:xfrm xmlns:a="http://schemas.openxmlformats.org/drawingml/2006/main">
            <a:off x="571500" y="2552700"/>
            <a:ext cx="3933825" cy="47625"/>
          </a:xfrm>
          <a:custGeom xmlns:a="http://schemas.openxmlformats.org/drawingml/2006/main">
            <a:pathLst>
              <a:path w="3933825" h="47625">
                <a:moveTo>
                  <a:pt x="0" y="47625"/>
                </a:moveTo>
                <a:lnTo>
                  <a:pt x="1047750" y="47625"/>
                </a:lnTo>
                <a:lnTo>
                  <a:pt x="1704975" y="0"/>
                </a:lnTo>
                <a:lnTo>
                  <a:pt x="2305050" y="47625"/>
                </a:lnTo>
                <a:lnTo>
                  <a:pt x="3933825" y="47625"/>
                </a:lnTo>
              </a:path>
            </a:pathLst>
          </a:custGeom>
          <a:noFill xmlns:a="http://schemas.openxmlformats.org/drawingml/2006/main"/>
          <a:ln xmlns:a="http://schemas.openxmlformats.org/drawingml/2006/main" w="28575">
            <a:solidFill>
              <a:srgbClr val="25333D"/>
            </a:solidFill>
            <a:prstDash val="solid"/>
          </a:ln>
        </p:spPr>
      </p:sp>
      <p:sp>
        <p:nvSpPr>
          <p:cNvPr id="14" name="dropper-14">
            <a:extLst xmlns:a="http://schemas.openxmlformats.org/drawingml/2006/main">
              <a:ext uri="{FF2B5EF4-FFF2-40B4-BE49-F238E27FC236}">
                <a16:creationId xmlns:a16="http://schemas.microsoft.com/office/drawing/2014/main" id="{A99D700C-AE38-4EC0-BA1F-74622E907887}"/>
              </a:ext>
            </a:extLst>
          </p:cNvPr>
          <p:cNvSpPr>
            <a:spLocks xmlns:a="http://schemas.openxmlformats.org/drawingml/2006/main" noGrp="1"/>
          </p:cNvSpPr>
          <p:nvPr/>
        </p:nvSpPr>
        <p:spPr>
          <a:xfrm xmlns:a="http://schemas.openxmlformats.org/drawingml/2006/main">
            <a:off x="1066800" y="1780937"/>
            <a:ext cx="953" cy="819388"/>
          </a:xfrm>
          <a:custGeom xmlns:a="http://schemas.openxmlformats.org/drawingml/2006/main">
            <a:pathLst>
              <a:path w="953" h="819388">
                <a:moveTo>
                  <a:pt x="0" y="0"/>
                </a:moveTo>
                <a:lnTo>
                  <a:pt x="0" y="819388"/>
                </a:lnTo>
              </a:path>
            </a:pathLst>
          </a:custGeom>
          <a:noFill xmlns:a="http://schemas.openxmlformats.org/drawingml/2006/main"/>
          <a:ln xmlns:a="http://schemas.openxmlformats.org/drawingml/2006/main" w="16193">
            <a:solidFill>
              <a:srgbClr val="8B9CA6"/>
            </a:solidFill>
            <a:prstDash val="solid"/>
          </a:ln>
        </p:spPr>
      </p:sp>
      <p:sp>
        <p:nvSpPr>
          <p:cNvPr id="15" name="dropper-15">
            <a:extLst xmlns:a="http://schemas.openxmlformats.org/drawingml/2006/main">
              <a:ext uri="{FF2B5EF4-FFF2-40B4-BE49-F238E27FC236}">
                <a16:creationId xmlns:a16="http://schemas.microsoft.com/office/drawing/2014/main" id="{01AAD814-D3C7-48F8-ADC9-03A0B3B95EE6}"/>
              </a:ext>
            </a:extLst>
          </p:cNvPr>
          <p:cNvSpPr>
            <a:spLocks xmlns:a="http://schemas.openxmlformats.org/drawingml/2006/main" noGrp="1"/>
          </p:cNvSpPr>
          <p:nvPr/>
        </p:nvSpPr>
        <p:spPr>
          <a:xfrm xmlns:a="http://schemas.openxmlformats.org/drawingml/2006/main">
            <a:off x="1590675" y="1950024"/>
            <a:ext cx="953" cy="650301"/>
          </a:xfrm>
          <a:custGeom xmlns:a="http://schemas.openxmlformats.org/drawingml/2006/main">
            <a:pathLst>
              <a:path w="953" h="650301">
                <a:moveTo>
                  <a:pt x="0" y="0"/>
                </a:moveTo>
                <a:lnTo>
                  <a:pt x="0" y="650301"/>
                </a:lnTo>
              </a:path>
            </a:pathLst>
          </a:custGeom>
          <a:noFill xmlns:a="http://schemas.openxmlformats.org/drawingml/2006/main"/>
          <a:ln xmlns:a="http://schemas.openxmlformats.org/drawingml/2006/main" w="16193">
            <a:solidFill>
              <a:srgbClr val="8B9CA6"/>
            </a:solidFill>
            <a:prstDash val="solid"/>
          </a:ln>
        </p:spPr>
      </p:sp>
      <p:sp>
        <p:nvSpPr>
          <p:cNvPr id="16" name="dropper-16">
            <a:extLst xmlns:a="http://schemas.openxmlformats.org/drawingml/2006/main">
              <a:ext uri="{FF2B5EF4-FFF2-40B4-BE49-F238E27FC236}">
                <a16:creationId xmlns:a16="http://schemas.microsoft.com/office/drawing/2014/main" id="{D8328DE7-E2C6-4C12-BA54-EB33DF252D38}"/>
              </a:ext>
            </a:extLst>
          </p:cNvPr>
          <p:cNvSpPr>
            <a:spLocks xmlns:a="http://schemas.openxmlformats.org/drawingml/2006/main" noGrp="1"/>
          </p:cNvSpPr>
          <p:nvPr/>
        </p:nvSpPr>
        <p:spPr>
          <a:xfrm xmlns:a="http://schemas.openxmlformats.org/drawingml/2006/main">
            <a:off x="2105025" y="2043656"/>
            <a:ext cx="953" cy="556669"/>
          </a:xfrm>
          <a:custGeom xmlns:a="http://schemas.openxmlformats.org/drawingml/2006/main">
            <a:pathLst>
              <a:path w="953" h="556669">
                <a:moveTo>
                  <a:pt x="0" y="0"/>
                </a:moveTo>
                <a:lnTo>
                  <a:pt x="0" y="556669"/>
                </a:lnTo>
              </a:path>
            </a:pathLst>
          </a:custGeom>
          <a:noFill xmlns:a="http://schemas.openxmlformats.org/drawingml/2006/main"/>
          <a:ln xmlns:a="http://schemas.openxmlformats.org/drawingml/2006/main" w="16193">
            <a:solidFill>
              <a:srgbClr val="8B9CA6"/>
            </a:solidFill>
            <a:prstDash val="solid"/>
          </a:ln>
        </p:spPr>
      </p:sp>
      <p:sp>
        <p:nvSpPr>
          <p:cNvPr id="17" name="dropper-17">
            <a:extLst xmlns:a="http://schemas.openxmlformats.org/drawingml/2006/main">
              <a:ext uri="{FF2B5EF4-FFF2-40B4-BE49-F238E27FC236}">
                <a16:creationId xmlns:a16="http://schemas.microsoft.com/office/drawing/2014/main" id="{145D531E-7B3A-4EA2-8D2C-6D265C8D8F2F}"/>
              </a:ext>
            </a:extLst>
          </p:cNvPr>
          <p:cNvSpPr>
            <a:spLocks xmlns:a="http://schemas.openxmlformats.org/drawingml/2006/main" noGrp="1"/>
          </p:cNvSpPr>
          <p:nvPr/>
        </p:nvSpPr>
        <p:spPr>
          <a:xfrm xmlns:a="http://schemas.openxmlformats.org/drawingml/2006/main">
            <a:off x="2638425" y="2065004"/>
            <a:ext cx="953" cy="535321"/>
          </a:xfrm>
          <a:custGeom xmlns:a="http://schemas.openxmlformats.org/drawingml/2006/main">
            <a:pathLst>
              <a:path w="953" h="535321">
                <a:moveTo>
                  <a:pt x="0" y="0"/>
                </a:moveTo>
                <a:lnTo>
                  <a:pt x="0" y="535321"/>
                </a:lnTo>
              </a:path>
            </a:pathLst>
          </a:custGeom>
          <a:noFill xmlns:a="http://schemas.openxmlformats.org/drawingml/2006/main"/>
          <a:ln xmlns:a="http://schemas.openxmlformats.org/drawingml/2006/main" w="16193">
            <a:solidFill>
              <a:srgbClr val="8B9CA6"/>
            </a:solidFill>
            <a:prstDash val="solid"/>
          </a:ln>
        </p:spPr>
      </p:sp>
      <p:sp>
        <p:nvSpPr>
          <p:cNvPr id="18" name="dropper-18">
            <a:extLst xmlns:a="http://schemas.openxmlformats.org/drawingml/2006/main">
              <a:ext uri="{FF2B5EF4-FFF2-40B4-BE49-F238E27FC236}">
                <a16:creationId xmlns:a16="http://schemas.microsoft.com/office/drawing/2014/main" id="{C3D4064F-DAA9-4C1C-BDAB-4DFF03E1410B}"/>
              </a:ext>
            </a:extLst>
          </p:cNvPr>
          <p:cNvSpPr>
            <a:spLocks xmlns:a="http://schemas.openxmlformats.org/drawingml/2006/main" noGrp="1"/>
          </p:cNvSpPr>
          <p:nvPr/>
        </p:nvSpPr>
        <p:spPr>
          <a:xfrm xmlns:a="http://schemas.openxmlformats.org/drawingml/2006/main">
            <a:off x="3171825" y="2009223"/>
            <a:ext cx="953" cy="591102"/>
          </a:xfrm>
          <a:custGeom xmlns:a="http://schemas.openxmlformats.org/drawingml/2006/main">
            <a:pathLst>
              <a:path w="953" h="591102">
                <a:moveTo>
                  <a:pt x="0" y="0"/>
                </a:moveTo>
                <a:lnTo>
                  <a:pt x="0" y="591102"/>
                </a:lnTo>
              </a:path>
            </a:pathLst>
          </a:custGeom>
          <a:noFill xmlns:a="http://schemas.openxmlformats.org/drawingml/2006/main"/>
          <a:ln xmlns:a="http://schemas.openxmlformats.org/drawingml/2006/main" w="16193">
            <a:solidFill>
              <a:srgbClr val="8B9CA6"/>
            </a:solidFill>
            <a:prstDash val="solid"/>
          </a:ln>
        </p:spPr>
      </p:sp>
      <p:sp>
        <p:nvSpPr>
          <p:cNvPr id="19" name="dropper-19">
            <a:extLst xmlns:a="http://schemas.openxmlformats.org/drawingml/2006/main">
              <a:ext uri="{FF2B5EF4-FFF2-40B4-BE49-F238E27FC236}">
                <a16:creationId xmlns:a16="http://schemas.microsoft.com/office/drawing/2014/main" id="{CE102410-BDFD-4341-8D14-EFD1E7F5DC2E}"/>
              </a:ext>
            </a:extLst>
          </p:cNvPr>
          <p:cNvSpPr>
            <a:spLocks xmlns:a="http://schemas.openxmlformats.org/drawingml/2006/main" noGrp="1"/>
          </p:cNvSpPr>
          <p:nvPr/>
        </p:nvSpPr>
        <p:spPr>
          <a:xfrm xmlns:a="http://schemas.openxmlformats.org/drawingml/2006/main">
            <a:off x="3705225" y="1876315"/>
            <a:ext cx="953" cy="724010"/>
          </a:xfrm>
          <a:custGeom xmlns:a="http://schemas.openxmlformats.org/drawingml/2006/main">
            <a:pathLst>
              <a:path w="953" h="724010">
                <a:moveTo>
                  <a:pt x="0" y="0"/>
                </a:moveTo>
                <a:lnTo>
                  <a:pt x="0" y="724010"/>
                </a:lnTo>
              </a:path>
            </a:pathLst>
          </a:custGeom>
          <a:noFill xmlns:a="http://schemas.openxmlformats.org/drawingml/2006/main"/>
          <a:ln xmlns:a="http://schemas.openxmlformats.org/drawingml/2006/main" w="16193">
            <a:solidFill>
              <a:srgbClr val="8B9CA6"/>
            </a:solidFill>
            <a:prstDash val="solid"/>
          </a:ln>
        </p:spPr>
      </p:sp>
      <p:sp>
        <p:nvSpPr>
          <p:cNvPr id="20" name="dropper-20">
            <a:extLst xmlns:a="http://schemas.openxmlformats.org/drawingml/2006/main">
              <a:ext uri="{FF2B5EF4-FFF2-40B4-BE49-F238E27FC236}">
                <a16:creationId xmlns:a16="http://schemas.microsoft.com/office/drawing/2014/main" id="{66B8D41A-F4CB-4D3F-BBFD-0BEFB58316BF}"/>
              </a:ext>
            </a:extLst>
          </p:cNvPr>
          <p:cNvSpPr>
            <a:spLocks xmlns:a="http://schemas.openxmlformats.org/drawingml/2006/main" noGrp="1"/>
          </p:cNvSpPr>
          <p:nvPr/>
        </p:nvSpPr>
        <p:spPr>
          <a:xfrm xmlns:a="http://schemas.openxmlformats.org/drawingml/2006/main">
            <a:off x="4029075" y="1757991"/>
            <a:ext cx="953" cy="842334"/>
          </a:xfrm>
          <a:custGeom xmlns:a="http://schemas.openxmlformats.org/drawingml/2006/main">
            <a:pathLst>
              <a:path w="953" h="842334">
                <a:moveTo>
                  <a:pt x="0" y="0"/>
                </a:moveTo>
                <a:lnTo>
                  <a:pt x="0" y="842334"/>
                </a:lnTo>
              </a:path>
            </a:pathLst>
          </a:custGeom>
          <a:noFill xmlns:a="http://schemas.openxmlformats.org/drawingml/2006/main"/>
          <a:ln xmlns:a="http://schemas.openxmlformats.org/drawingml/2006/main" w="16193">
            <a:solidFill>
              <a:srgbClr val="8B9CA6"/>
            </a:solidFill>
            <a:prstDash val="solid"/>
          </a:ln>
        </p:spPr>
      </p:sp>
      <p:sp>
        <p:nvSpPr>
          <p:cNvPr id="21" name="panhead-21">
            <a:extLst xmlns:a="http://schemas.openxmlformats.org/drawingml/2006/main">
              <a:ext uri="{FF2B5EF4-FFF2-40B4-BE49-F238E27FC236}">
                <a16:creationId xmlns:a16="http://schemas.microsoft.com/office/drawing/2014/main" id="{E604C465-2CB5-47D4-8B02-C28C31EB6306}"/>
              </a:ext>
            </a:extLst>
          </p:cNvPr>
          <p:cNvSpPr>
            <a:spLocks xmlns:a="http://schemas.openxmlformats.org/drawingml/2006/main" noGrp="1"/>
          </p:cNvSpPr>
          <p:nvPr/>
        </p:nvSpPr>
        <p:spPr>
          <a:xfrm xmlns:a="http://schemas.openxmlformats.org/drawingml/2006/main">
            <a:off x="1819275" y="2609850"/>
            <a:ext cx="952500" cy="114300"/>
          </a:xfrm>
          <a:prstGeom xmlns:a="http://schemas.openxmlformats.org/drawingml/2006/main" prst="rect">
            <a:avLst/>
          </a:prstGeom>
          <a:solidFill xmlns:a="http://schemas.openxmlformats.org/drawingml/2006/main">
            <a:srgbClr val="25333D"/>
          </a:solidFill>
          <a:ln xmlns:a="http://schemas.openxmlformats.org/drawingml/2006/main" w="0">
            <a:noFill/>
            <a:prstDash val="solid"/>
          </a:ln>
        </p:spPr>
      </p:sp>
      <p:sp>
        <p:nvSpPr>
          <p:cNvPr id="22" name="pantograph-arm-22">
            <a:extLst xmlns:a="http://schemas.openxmlformats.org/drawingml/2006/main">
              <a:ext uri="{FF2B5EF4-FFF2-40B4-BE49-F238E27FC236}">
                <a16:creationId xmlns:a16="http://schemas.microsoft.com/office/drawing/2014/main" id="{79E6132B-D62A-452B-9B36-4A6F61214A69}"/>
              </a:ext>
            </a:extLst>
          </p:cNvPr>
          <p:cNvSpPr>
            <a:spLocks xmlns:a="http://schemas.openxmlformats.org/drawingml/2006/main" noGrp="1"/>
          </p:cNvSpPr>
          <p:nvPr/>
        </p:nvSpPr>
        <p:spPr>
          <a:xfrm xmlns:a="http://schemas.openxmlformats.org/drawingml/2006/main">
            <a:off x="1228725" y="2743200"/>
            <a:ext cx="1066800" cy="1019175"/>
          </a:xfrm>
          <a:custGeom xmlns:a="http://schemas.openxmlformats.org/drawingml/2006/main">
            <a:pathLst>
              <a:path w="1066800" h="1019175">
                <a:moveTo>
                  <a:pt x="1066800" y="0"/>
                </a:moveTo>
                <a:lnTo>
                  <a:pt x="0" y="1019175"/>
                </a:lnTo>
              </a:path>
            </a:pathLst>
          </a:custGeom>
          <a:noFill xmlns:a="http://schemas.openxmlformats.org/drawingml/2006/main"/>
          <a:ln xmlns:a="http://schemas.openxmlformats.org/drawingml/2006/main" w="57150">
            <a:solidFill>
              <a:srgbClr val="61737E"/>
            </a:solidFill>
            <a:prstDash val="solid"/>
          </a:ln>
        </p:spPr>
      </p:sp>
      <p:sp>
        <p:nvSpPr>
          <p:cNvPr id="23" name="pantograph-arm-23">
            <a:extLst xmlns:a="http://schemas.openxmlformats.org/drawingml/2006/main">
              <a:ext uri="{FF2B5EF4-FFF2-40B4-BE49-F238E27FC236}">
                <a16:creationId xmlns:a16="http://schemas.microsoft.com/office/drawing/2014/main" id="{0D255F3E-767F-4F38-B42D-F975585A959D}"/>
              </a:ext>
            </a:extLst>
          </p:cNvPr>
          <p:cNvSpPr>
            <a:spLocks xmlns:a="http://schemas.openxmlformats.org/drawingml/2006/main" noGrp="1"/>
          </p:cNvSpPr>
          <p:nvPr/>
        </p:nvSpPr>
        <p:spPr>
          <a:xfrm xmlns:a="http://schemas.openxmlformats.org/drawingml/2006/main">
            <a:off x="1228725" y="3762375"/>
            <a:ext cx="1066800" cy="1019175"/>
          </a:xfrm>
          <a:custGeom xmlns:a="http://schemas.openxmlformats.org/drawingml/2006/main">
            <a:pathLst>
              <a:path w="1066800" h="1019175">
                <a:moveTo>
                  <a:pt x="0" y="0"/>
                </a:moveTo>
                <a:lnTo>
                  <a:pt x="1066800" y="1019175"/>
                </a:lnTo>
              </a:path>
            </a:pathLst>
          </a:custGeom>
          <a:noFill xmlns:a="http://schemas.openxmlformats.org/drawingml/2006/main"/>
          <a:ln xmlns:a="http://schemas.openxmlformats.org/drawingml/2006/main" w="57150">
            <a:solidFill>
              <a:srgbClr val="61737E"/>
            </a:solidFill>
            <a:prstDash val="solid"/>
          </a:ln>
        </p:spPr>
      </p:sp>
      <p:sp>
        <p:nvSpPr>
          <p:cNvPr id="24" name="pantograph-arm-24">
            <a:extLst xmlns:a="http://schemas.openxmlformats.org/drawingml/2006/main">
              <a:ext uri="{FF2B5EF4-FFF2-40B4-BE49-F238E27FC236}">
                <a16:creationId xmlns:a16="http://schemas.microsoft.com/office/drawing/2014/main" id="{5185C64C-B77C-4261-ADE7-593BFBC1EA38}"/>
              </a:ext>
            </a:extLst>
          </p:cNvPr>
          <p:cNvSpPr>
            <a:spLocks xmlns:a="http://schemas.openxmlformats.org/drawingml/2006/main" noGrp="1"/>
          </p:cNvSpPr>
          <p:nvPr/>
        </p:nvSpPr>
        <p:spPr>
          <a:xfrm xmlns:a="http://schemas.openxmlformats.org/drawingml/2006/main">
            <a:off x="2295525" y="3762375"/>
            <a:ext cx="1066800" cy="1019175"/>
          </a:xfrm>
          <a:custGeom xmlns:a="http://schemas.openxmlformats.org/drawingml/2006/main">
            <a:pathLst>
              <a:path w="1066800" h="1019175">
                <a:moveTo>
                  <a:pt x="0" y="1019175"/>
                </a:moveTo>
                <a:lnTo>
                  <a:pt x="1066800" y="0"/>
                </a:lnTo>
              </a:path>
            </a:pathLst>
          </a:custGeom>
          <a:noFill xmlns:a="http://schemas.openxmlformats.org/drawingml/2006/main"/>
          <a:ln xmlns:a="http://schemas.openxmlformats.org/drawingml/2006/main" w="57150">
            <a:solidFill>
              <a:srgbClr val="61737E"/>
            </a:solidFill>
            <a:prstDash val="solid"/>
          </a:ln>
        </p:spPr>
      </p:sp>
      <p:sp>
        <p:nvSpPr>
          <p:cNvPr id="25" name="pantograph-arm-25">
            <a:extLst xmlns:a="http://schemas.openxmlformats.org/drawingml/2006/main">
              <a:ext uri="{FF2B5EF4-FFF2-40B4-BE49-F238E27FC236}">
                <a16:creationId xmlns:a16="http://schemas.microsoft.com/office/drawing/2014/main" id="{5861FCA0-E420-446C-A246-069B80B2B24B}"/>
              </a:ext>
            </a:extLst>
          </p:cNvPr>
          <p:cNvSpPr>
            <a:spLocks xmlns:a="http://schemas.openxmlformats.org/drawingml/2006/main" noGrp="1"/>
          </p:cNvSpPr>
          <p:nvPr/>
        </p:nvSpPr>
        <p:spPr>
          <a:xfrm xmlns:a="http://schemas.openxmlformats.org/drawingml/2006/main">
            <a:off x="2295525" y="2743200"/>
            <a:ext cx="1066800" cy="1019175"/>
          </a:xfrm>
          <a:custGeom xmlns:a="http://schemas.openxmlformats.org/drawingml/2006/main">
            <a:pathLst>
              <a:path w="1066800" h="1019175">
                <a:moveTo>
                  <a:pt x="1066800" y="1019175"/>
                </a:moveTo>
                <a:lnTo>
                  <a:pt x="0" y="0"/>
                </a:lnTo>
              </a:path>
            </a:pathLst>
          </a:custGeom>
          <a:noFill xmlns:a="http://schemas.openxmlformats.org/drawingml/2006/main"/>
          <a:ln xmlns:a="http://schemas.openxmlformats.org/drawingml/2006/main" w="57150">
            <a:solidFill>
              <a:srgbClr val="61737E"/>
            </a:solidFill>
            <a:prstDash val="solid"/>
          </a:ln>
        </p:spPr>
      </p:sp>
      <p:sp>
        <p:nvSpPr>
          <p:cNvPr id="26" name="linkage-joint-26">
            <a:extLst xmlns:a="http://schemas.openxmlformats.org/drawingml/2006/main">
              <a:ext uri="{FF2B5EF4-FFF2-40B4-BE49-F238E27FC236}">
                <a16:creationId xmlns:a16="http://schemas.microsoft.com/office/drawing/2014/main" id="{8F71FE84-D1C0-429A-9F36-5D42B8F31853}"/>
              </a:ext>
            </a:extLst>
          </p:cNvPr>
          <p:cNvSpPr>
            <a:spLocks xmlns:a="http://schemas.openxmlformats.org/drawingml/2006/main" noGrp="1"/>
          </p:cNvSpPr>
          <p:nvPr/>
        </p:nvSpPr>
        <p:spPr>
          <a:xfrm xmlns:a="http://schemas.openxmlformats.org/drawingml/2006/main">
            <a:off x="2228850" y="2676525"/>
            <a:ext cx="133350" cy="133350"/>
          </a:xfrm>
          <a:prstGeom xmlns:a="http://schemas.openxmlformats.org/drawingml/2006/main" prst="ellipse">
            <a:avLst/>
          </a:prstGeom>
          <a:solidFill xmlns:a="http://schemas.openxmlformats.org/drawingml/2006/main">
            <a:srgbClr val="FFFFFF"/>
          </a:solidFill>
          <a:ln xmlns:a="http://schemas.openxmlformats.org/drawingml/2006/main" w="21908">
            <a:solidFill>
              <a:srgbClr val="61737E"/>
            </a:solidFill>
          </a:ln>
        </p:spPr>
      </p:sp>
      <p:sp>
        <p:nvSpPr>
          <p:cNvPr id="27" name="linkage-joint-27">
            <a:extLst xmlns:a="http://schemas.openxmlformats.org/drawingml/2006/main">
              <a:ext uri="{FF2B5EF4-FFF2-40B4-BE49-F238E27FC236}">
                <a16:creationId xmlns:a16="http://schemas.microsoft.com/office/drawing/2014/main" id="{91105976-5D48-4033-93EA-8B52314010D0}"/>
              </a:ext>
            </a:extLst>
          </p:cNvPr>
          <p:cNvSpPr>
            <a:spLocks xmlns:a="http://schemas.openxmlformats.org/drawingml/2006/main" noGrp="1"/>
          </p:cNvSpPr>
          <p:nvPr/>
        </p:nvSpPr>
        <p:spPr>
          <a:xfrm xmlns:a="http://schemas.openxmlformats.org/drawingml/2006/main">
            <a:off x="1162050" y="3695700"/>
            <a:ext cx="133350" cy="133350"/>
          </a:xfrm>
          <a:prstGeom xmlns:a="http://schemas.openxmlformats.org/drawingml/2006/main" prst="ellipse">
            <a:avLst/>
          </a:prstGeom>
          <a:solidFill xmlns:a="http://schemas.openxmlformats.org/drawingml/2006/main">
            <a:srgbClr val="FFFFFF"/>
          </a:solidFill>
          <a:ln xmlns:a="http://schemas.openxmlformats.org/drawingml/2006/main" w="21908">
            <a:solidFill>
              <a:srgbClr val="61737E"/>
            </a:solidFill>
          </a:ln>
        </p:spPr>
      </p:sp>
      <p:sp>
        <p:nvSpPr>
          <p:cNvPr id="28" name="linkage-joint-28">
            <a:extLst xmlns:a="http://schemas.openxmlformats.org/drawingml/2006/main">
              <a:ext uri="{FF2B5EF4-FFF2-40B4-BE49-F238E27FC236}">
                <a16:creationId xmlns:a16="http://schemas.microsoft.com/office/drawing/2014/main" id="{8E7022E1-DA1C-4C94-811E-A6C8CDED4C4C}"/>
              </a:ext>
            </a:extLst>
          </p:cNvPr>
          <p:cNvSpPr>
            <a:spLocks xmlns:a="http://schemas.openxmlformats.org/drawingml/2006/main" noGrp="1"/>
          </p:cNvSpPr>
          <p:nvPr/>
        </p:nvSpPr>
        <p:spPr>
          <a:xfrm xmlns:a="http://schemas.openxmlformats.org/drawingml/2006/main">
            <a:off x="2228850" y="4714875"/>
            <a:ext cx="133350" cy="133350"/>
          </a:xfrm>
          <a:prstGeom xmlns:a="http://schemas.openxmlformats.org/drawingml/2006/main" prst="ellipse">
            <a:avLst/>
          </a:prstGeom>
          <a:solidFill xmlns:a="http://schemas.openxmlformats.org/drawingml/2006/main">
            <a:srgbClr val="FFFFFF"/>
          </a:solidFill>
          <a:ln xmlns:a="http://schemas.openxmlformats.org/drawingml/2006/main" w="21908">
            <a:solidFill>
              <a:srgbClr val="61737E"/>
            </a:solidFill>
          </a:ln>
        </p:spPr>
      </p:sp>
      <p:sp>
        <p:nvSpPr>
          <p:cNvPr id="29" name="linkage-joint-29">
            <a:extLst xmlns:a="http://schemas.openxmlformats.org/drawingml/2006/main">
              <a:ext uri="{FF2B5EF4-FFF2-40B4-BE49-F238E27FC236}">
                <a16:creationId xmlns:a16="http://schemas.microsoft.com/office/drawing/2014/main" id="{7262E545-055F-4365-8858-91D53F0A0D52}"/>
              </a:ext>
            </a:extLst>
          </p:cNvPr>
          <p:cNvSpPr>
            <a:spLocks xmlns:a="http://schemas.openxmlformats.org/drawingml/2006/main" noGrp="1"/>
          </p:cNvSpPr>
          <p:nvPr/>
        </p:nvSpPr>
        <p:spPr>
          <a:xfrm xmlns:a="http://schemas.openxmlformats.org/drawingml/2006/main">
            <a:off x="3295650" y="3695700"/>
            <a:ext cx="133350" cy="133350"/>
          </a:xfrm>
          <a:prstGeom xmlns:a="http://schemas.openxmlformats.org/drawingml/2006/main" prst="ellipse">
            <a:avLst/>
          </a:prstGeom>
          <a:solidFill xmlns:a="http://schemas.openxmlformats.org/drawingml/2006/main">
            <a:srgbClr val="FFFFFF"/>
          </a:solidFill>
          <a:ln xmlns:a="http://schemas.openxmlformats.org/drawingml/2006/main" w="21908">
            <a:solidFill>
              <a:srgbClr val="61737E"/>
            </a:solidFill>
          </a:ln>
        </p:spPr>
      </p:sp>
      <p:sp>
        <p:nvSpPr>
          <p:cNvPr id="30" name="pantograph-base-30">
            <a:extLst xmlns:a="http://schemas.openxmlformats.org/drawingml/2006/main">
              <a:ext uri="{FF2B5EF4-FFF2-40B4-BE49-F238E27FC236}">
                <a16:creationId xmlns:a16="http://schemas.microsoft.com/office/drawing/2014/main" id="{31D61BE6-1804-4DF1-BE22-9E09ED703633}"/>
              </a:ext>
            </a:extLst>
          </p:cNvPr>
          <p:cNvSpPr>
            <a:spLocks xmlns:a="http://schemas.openxmlformats.org/drawingml/2006/main" noGrp="1"/>
          </p:cNvSpPr>
          <p:nvPr/>
        </p:nvSpPr>
        <p:spPr>
          <a:xfrm xmlns:a="http://schemas.openxmlformats.org/drawingml/2006/main">
            <a:off x="2000250" y="4914900"/>
            <a:ext cx="600075" cy="133350"/>
          </a:xfrm>
          <a:prstGeom xmlns:a="http://schemas.openxmlformats.org/drawingml/2006/main" prst="rect">
            <a:avLst/>
          </a:prstGeom>
          <a:solidFill xmlns:a="http://schemas.openxmlformats.org/drawingml/2006/main">
            <a:srgbClr val="8B9CA6"/>
          </a:solidFill>
          <a:ln xmlns:a="http://schemas.openxmlformats.org/drawingml/2006/main" w="0">
            <a:noFill/>
            <a:prstDash val="solid"/>
          </a:ln>
        </p:spPr>
      </p:sp>
      <p:sp>
        <p:nvSpPr>
          <p:cNvPr id="31" name="pantograph-base-link-31">
            <a:extLst xmlns:a="http://schemas.openxmlformats.org/drawingml/2006/main">
              <a:ext uri="{FF2B5EF4-FFF2-40B4-BE49-F238E27FC236}">
                <a16:creationId xmlns:a16="http://schemas.microsoft.com/office/drawing/2014/main" id="{2EA42309-4A1E-4C2B-B91E-D46CA7621FCF}"/>
              </a:ext>
            </a:extLst>
          </p:cNvPr>
          <p:cNvSpPr>
            <a:spLocks xmlns:a="http://schemas.openxmlformats.org/drawingml/2006/main" noGrp="1"/>
          </p:cNvSpPr>
          <p:nvPr/>
        </p:nvSpPr>
        <p:spPr>
          <a:xfrm xmlns:a="http://schemas.openxmlformats.org/drawingml/2006/main">
            <a:off x="2295525" y="4781550"/>
            <a:ext cx="953" cy="133350"/>
          </a:xfrm>
          <a:custGeom xmlns:a="http://schemas.openxmlformats.org/drawingml/2006/main">
            <a:pathLst>
              <a:path w="953" h="133350">
                <a:moveTo>
                  <a:pt x="0" y="0"/>
                </a:moveTo>
                <a:lnTo>
                  <a:pt x="0" y="133350"/>
                </a:lnTo>
              </a:path>
            </a:pathLst>
          </a:custGeom>
          <a:noFill xmlns:a="http://schemas.openxmlformats.org/drawingml/2006/main"/>
          <a:ln xmlns:a="http://schemas.openxmlformats.org/drawingml/2006/main" w="38100">
            <a:solidFill>
              <a:srgbClr val="61737E"/>
            </a:solidFill>
            <a:prstDash val="solid"/>
          </a:ln>
        </p:spPr>
      </p:sp>
      <p:sp>
        <p:nvSpPr>
          <p:cNvPr id="32" name="train-roof-32">
            <a:extLst xmlns:a="http://schemas.openxmlformats.org/drawingml/2006/main">
              <a:ext uri="{FF2B5EF4-FFF2-40B4-BE49-F238E27FC236}">
                <a16:creationId xmlns:a16="http://schemas.microsoft.com/office/drawing/2014/main" id="{33E0A3FB-9F93-4361-BD4D-64FDA8C78EDC}"/>
              </a:ext>
            </a:extLst>
          </p:cNvPr>
          <p:cNvSpPr>
            <a:spLocks xmlns:a="http://schemas.openxmlformats.org/drawingml/2006/main" noGrp="1"/>
          </p:cNvSpPr>
          <p:nvPr/>
        </p:nvSpPr>
        <p:spPr>
          <a:xfrm xmlns:a="http://schemas.openxmlformats.org/drawingml/2006/main">
            <a:off x="638175" y="5095875"/>
            <a:ext cx="3829050" cy="953"/>
          </a:xfrm>
          <a:custGeom xmlns:a="http://schemas.openxmlformats.org/drawingml/2006/main">
            <a:pathLst>
              <a:path w="3829050" h="953">
                <a:moveTo>
                  <a:pt x="0" y="0"/>
                </a:moveTo>
                <a:lnTo>
                  <a:pt x="3829050" y="0"/>
                </a:lnTo>
              </a:path>
            </a:pathLst>
          </a:custGeom>
          <a:noFill xmlns:a="http://schemas.openxmlformats.org/drawingml/2006/main"/>
          <a:ln xmlns:a="http://schemas.openxmlformats.org/drawingml/2006/main" w="28575">
            <a:solidFill>
              <a:srgbClr val="25333D"/>
            </a:solidFill>
            <a:prstDash val="solid"/>
          </a:ln>
        </p:spPr>
      </p:sp>
      <p:sp>
        <p:nvSpPr>
          <p:cNvPr id="33" name="roof-under-line-33">
            <a:extLst xmlns:a="http://schemas.openxmlformats.org/drawingml/2006/main">
              <a:ext uri="{FF2B5EF4-FFF2-40B4-BE49-F238E27FC236}">
                <a16:creationId xmlns:a16="http://schemas.microsoft.com/office/drawing/2014/main" id="{050F18C8-6E1C-49F0-84EA-F9B6D166C1EC}"/>
              </a:ext>
            </a:extLst>
          </p:cNvPr>
          <p:cNvSpPr>
            <a:spLocks xmlns:a="http://schemas.openxmlformats.org/drawingml/2006/main" noGrp="1"/>
          </p:cNvSpPr>
          <p:nvPr/>
        </p:nvSpPr>
        <p:spPr>
          <a:xfrm xmlns:a="http://schemas.openxmlformats.org/drawingml/2006/main">
            <a:off x="638175" y="5181600"/>
            <a:ext cx="3829050" cy="953"/>
          </a:xfrm>
          <a:custGeom xmlns:a="http://schemas.openxmlformats.org/drawingml/2006/main">
            <a:pathLst>
              <a:path w="3829050" h="953">
                <a:moveTo>
                  <a:pt x="0" y="0"/>
                </a:moveTo>
                <a:lnTo>
                  <a:pt x="3829050" y="0"/>
                </a:lnTo>
              </a:path>
            </a:pathLst>
          </a:custGeom>
          <a:noFill xmlns:a="http://schemas.openxmlformats.org/drawingml/2006/main"/>
          <a:ln xmlns:a="http://schemas.openxmlformats.org/drawingml/2006/main" w="14288">
            <a:solidFill>
              <a:srgbClr val="D8E1E6"/>
            </a:solidFill>
            <a:prstDash val="solid"/>
          </a:ln>
        </p:spPr>
      </p:sp>
      <p:sp>
        <p:nvSpPr>
          <p:cNvPr id="34" name="train-direction-34">
            <a:extLst xmlns:a="http://schemas.openxmlformats.org/drawingml/2006/main">
              <a:ext uri="{FF2B5EF4-FFF2-40B4-BE49-F238E27FC236}">
                <a16:creationId xmlns:a16="http://schemas.microsoft.com/office/drawing/2014/main" id="{9A04B365-F974-472D-B1C5-5BEC23FC205F}"/>
              </a:ext>
            </a:extLst>
          </p:cNvPr>
          <p:cNvSpPr>
            <a:spLocks xmlns:a="http://schemas.openxmlformats.org/drawingml/2006/main" noGrp="1"/>
          </p:cNvSpPr>
          <p:nvPr/>
        </p:nvSpPr>
        <p:spPr>
          <a:xfrm xmlns:a="http://schemas.openxmlformats.org/drawingml/2006/main">
            <a:off x="1152525" y="5505450"/>
            <a:ext cx="1924050" cy="953"/>
          </a:xfrm>
          <a:custGeom xmlns:a="http://schemas.openxmlformats.org/drawingml/2006/main">
            <a:pathLst>
              <a:path w="1924050" h="953">
                <a:moveTo>
                  <a:pt x="0" y="0"/>
                </a:moveTo>
                <a:lnTo>
                  <a:pt x="1924050" y="0"/>
                </a:lnTo>
              </a:path>
            </a:pathLst>
          </a:custGeom>
          <a:noFill xmlns:a="http://schemas.openxmlformats.org/drawingml/2006/main"/>
          <a:ln xmlns:a="http://schemas.openxmlformats.org/drawingml/2006/main" w="20003">
            <a:solidFill>
              <a:srgbClr val="61737E"/>
            </a:solidFill>
            <a:prstDash val="solid"/>
          </a:ln>
        </p:spPr>
      </p:sp>
      <p:sp>
        <p:nvSpPr>
          <p:cNvPr id="35" name="train-direction-arrowhead-35">
            <a:extLst xmlns:a="http://schemas.openxmlformats.org/drawingml/2006/main">
              <a:ext uri="{FF2B5EF4-FFF2-40B4-BE49-F238E27FC236}">
                <a16:creationId xmlns:a16="http://schemas.microsoft.com/office/drawing/2014/main" id="{2E64EA15-CF11-4EFD-9877-4D50424C64F6}"/>
              </a:ext>
            </a:extLst>
          </p:cNvPr>
          <p:cNvSpPr>
            <a:spLocks xmlns:a="http://schemas.openxmlformats.org/drawingml/2006/main" noGrp="1"/>
          </p:cNvSpPr>
          <p:nvPr/>
        </p:nvSpPr>
        <p:spPr>
          <a:xfrm xmlns:a="http://schemas.openxmlformats.org/drawingml/2006/main">
            <a:off x="2990850" y="5464302"/>
            <a:ext cx="85725" cy="82296"/>
          </a:xfrm>
          <a:custGeom xmlns:a="http://schemas.openxmlformats.org/drawingml/2006/main">
            <a:pathLst>
              <a:path w="85725" h="82296">
                <a:moveTo>
                  <a:pt x="85725" y="41148"/>
                </a:moveTo>
                <a:lnTo>
                  <a:pt x="0" y="82296"/>
                </a:lnTo>
                <a:lnTo>
                  <a:pt x="0" y="0"/>
                </a:lnTo>
                <a:close/>
              </a:path>
            </a:pathLst>
          </a:custGeom>
          <a:solidFill xmlns:a="http://schemas.openxmlformats.org/drawingml/2006/main">
            <a:srgbClr val="61737E"/>
          </a:solidFill>
          <a:ln xmlns:a="http://schemas.openxmlformats.org/drawingml/2006/main" w="0">
            <a:solidFill>
              <a:srgbClr val="61737E"/>
            </a:solidFill>
            <a:prstDash val="solid"/>
          </a:ln>
        </p:spPr>
      </p:sp>
      <p:sp>
        <p:nvSpPr>
          <p:cNvPr id="36" name="train-direction-label-36">
            <a:extLst xmlns:a="http://schemas.openxmlformats.org/drawingml/2006/main">
              <a:ext uri="{FF2B5EF4-FFF2-40B4-BE49-F238E27FC236}">
                <a16:creationId xmlns:a16="http://schemas.microsoft.com/office/drawing/2014/main" id="{9B131135-264C-4053-B49E-F684FF92608C}"/>
              </a:ext>
            </a:extLst>
          </p:cNvPr>
          <p:cNvSpPr>
            <a:spLocks xmlns:a="http://schemas.openxmlformats.org/drawingml/2006/main" noGrp="1"/>
          </p:cNvSpPr>
          <p:nvPr/>
        </p:nvSpPr>
        <p:spPr>
          <a:xfrm xmlns:a="http://schemas.openxmlformats.org/drawingml/2006/main">
            <a:off x="1285875" y="5581650"/>
            <a:ext cx="16859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61737E"/>
                </a:solidFill>
                <a:latin typeface="Arial"/>
                <a:ea typeface="Arial"/>
                <a:cs typeface="Arial"/>
              </a:defRPr>
            </a:pPr>
            <a:r>
              <a:rPr sz="1725" b="0">
                <a:solidFill>
                  <a:srgbClr val="61737E"/>
                </a:solidFill>
                <a:latin typeface="Arial"/>
                <a:ea typeface="Arial"/>
                <a:cs typeface="Arial"/>
              </a:rPr>
              <a:t>Train motion</a:t>
            </a:r>
          </a:p>
        </p:txBody>
      </p:sp>
      <p:sp>
        <p:nvSpPr>
          <p:cNvPr id="37" name="contact-force-37">
            <a:extLst xmlns:a="http://schemas.openxmlformats.org/drawingml/2006/main">
              <a:ext uri="{FF2B5EF4-FFF2-40B4-BE49-F238E27FC236}">
                <a16:creationId xmlns:a16="http://schemas.microsoft.com/office/drawing/2014/main" id="{4ED5246C-ED30-423D-8E0B-A092AE56ABEC}"/>
              </a:ext>
            </a:extLst>
          </p:cNvPr>
          <p:cNvSpPr>
            <a:spLocks xmlns:a="http://schemas.openxmlformats.org/drawingml/2006/main" noGrp="1"/>
          </p:cNvSpPr>
          <p:nvPr/>
        </p:nvSpPr>
        <p:spPr>
          <a:xfrm xmlns:a="http://schemas.openxmlformats.org/drawingml/2006/main">
            <a:off x="2314575" y="2152650"/>
            <a:ext cx="953" cy="371475"/>
          </a:xfrm>
          <a:custGeom xmlns:a="http://schemas.openxmlformats.org/drawingml/2006/main">
            <a:pathLst>
              <a:path w="953" h="371475">
                <a:moveTo>
                  <a:pt x="0" y="0"/>
                </a:moveTo>
                <a:lnTo>
                  <a:pt x="0" y="371475"/>
                </a:lnTo>
              </a:path>
            </a:pathLst>
          </a:custGeom>
          <a:noFill xmlns:a="http://schemas.openxmlformats.org/drawingml/2006/main"/>
          <a:ln xmlns:a="http://schemas.openxmlformats.org/drawingml/2006/main" w="28575">
            <a:solidFill>
              <a:srgbClr val="CD725D"/>
            </a:solidFill>
            <a:prstDash val="solid"/>
          </a:ln>
        </p:spPr>
      </p:sp>
      <p:sp>
        <p:nvSpPr>
          <p:cNvPr id="38" name="contact-force-arrowhead-38">
            <a:extLst xmlns:a="http://schemas.openxmlformats.org/drawingml/2006/main">
              <a:ext uri="{FF2B5EF4-FFF2-40B4-BE49-F238E27FC236}">
                <a16:creationId xmlns:a16="http://schemas.microsoft.com/office/drawing/2014/main" id="{185F3526-D865-48FC-B4EF-CE6B3215C39C}"/>
              </a:ext>
            </a:extLst>
          </p:cNvPr>
          <p:cNvSpPr>
            <a:spLocks xmlns:a="http://schemas.openxmlformats.org/drawingml/2006/main" noGrp="1"/>
          </p:cNvSpPr>
          <p:nvPr/>
        </p:nvSpPr>
        <p:spPr>
          <a:xfrm xmlns:a="http://schemas.openxmlformats.org/drawingml/2006/main">
            <a:off x="2264283" y="2419350"/>
            <a:ext cx="100584" cy="104775"/>
          </a:xfrm>
          <a:custGeom xmlns:a="http://schemas.openxmlformats.org/drawingml/2006/main">
            <a:pathLst>
              <a:path w="100584" h="104775">
                <a:moveTo>
                  <a:pt x="50292" y="104775"/>
                </a:moveTo>
                <a:lnTo>
                  <a:pt x="0" y="0"/>
                </a:lnTo>
                <a:lnTo>
                  <a:pt x="100584" y="0"/>
                </a:lnTo>
                <a:close/>
              </a:path>
            </a:pathLst>
          </a:custGeom>
          <a:solidFill xmlns:a="http://schemas.openxmlformats.org/drawingml/2006/main">
            <a:srgbClr val="CD725D"/>
          </a:solidFill>
          <a:ln xmlns:a="http://schemas.openxmlformats.org/drawingml/2006/main" w="0">
            <a:solidFill>
              <a:srgbClr val="CD725D"/>
            </a:solidFill>
            <a:prstDash val="solid"/>
          </a:ln>
        </p:spPr>
      </p:sp>
      <p:sp>
        <p:nvSpPr>
          <p:cNvPr id="39" name="contact-force-label-39">
            <a:extLst xmlns:a="http://schemas.openxmlformats.org/drawingml/2006/main">
              <a:ext uri="{FF2B5EF4-FFF2-40B4-BE49-F238E27FC236}">
                <a16:creationId xmlns:a16="http://schemas.microsoft.com/office/drawing/2014/main" id="{92BB40BD-FD10-41F9-8FE5-CC93534ECE97}"/>
              </a:ext>
            </a:extLst>
          </p:cNvPr>
          <p:cNvSpPr>
            <a:spLocks xmlns:a="http://schemas.openxmlformats.org/drawingml/2006/main" noGrp="1"/>
          </p:cNvSpPr>
          <p:nvPr/>
        </p:nvSpPr>
        <p:spPr>
          <a:xfrm xmlns:a="http://schemas.openxmlformats.org/drawingml/2006/main">
            <a:off x="2609850" y="2152650"/>
            <a:ext cx="8763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0">
                <a:solidFill>
                  <a:srgbClr val="CD725D"/>
                </a:solidFill>
                <a:latin typeface="STIX Two Math"/>
                <a:ea typeface="STIX Two Math"/>
                <a:cs typeface="STIX Two Math"/>
              </a:defRPr>
            </a:pPr>
            <a:r>
              <a:rPr sz="2325" b="0">
                <a:solidFill>
                  <a:srgbClr val="CD725D"/>
                </a:solidFill>
                <a:latin typeface="STIX Two Math"/>
                <a:ea typeface="STIX Two Math"/>
                <a:cs typeface="STIX Two Math"/>
              </a:rPr>
              <a:t>F꜀(t)</a:t>
            </a:r>
          </a:p>
        </p:txBody>
      </p:sp>
      <p:sp>
        <p:nvSpPr>
          <p:cNvPr id="40" name="response-location-40">
            <a:extLst xmlns:a="http://schemas.openxmlformats.org/drawingml/2006/main">
              <a:ext uri="{FF2B5EF4-FFF2-40B4-BE49-F238E27FC236}">
                <a16:creationId xmlns:a16="http://schemas.microsoft.com/office/drawing/2014/main" id="{9E603DEB-2674-4599-8BE9-FC07A2DBAF71}"/>
              </a:ext>
            </a:extLst>
          </p:cNvPr>
          <p:cNvSpPr>
            <a:spLocks xmlns:a="http://schemas.openxmlformats.org/drawingml/2006/main" noGrp="1"/>
          </p:cNvSpPr>
          <p:nvPr/>
        </p:nvSpPr>
        <p:spPr>
          <a:xfrm xmlns:a="http://schemas.openxmlformats.org/drawingml/2006/main">
            <a:off x="2714625" y="2609850"/>
            <a:ext cx="114300" cy="114300"/>
          </a:xfrm>
          <a:prstGeom xmlns:a="http://schemas.openxmlformats.org/drawingml/2006/main" prst="ellipse">
            <a:avLst/>
          </a:prstGeom>
          <a:solidFill xmlns:a="http://schemas.openxmlformats.org/drawingml/2006/main">
            <a:srgbClr val="347DA9"/>
          </a:solidFill>
          <a:ln xmlns:a="http://schemas.openxmlformats.org/drawingml/2006/main" w="9525">
            <a:solidFill>
              <a:srgbClr val="FFFFFF"/>
            </a:solidFill>
          </a:ln>
        </p:spPr>
      </p:sp>
      <p:sp>
        <p:nvSpPr>
          <p:cNvPr id="41" name="response-leader-41">
            <a:extLst xmlns:a="http://schemas.openxmlformats.org/drawingml/2006/main">
              <a:ext uri="{FF2B5EF4-FFF2-40B4-BE49-F238E27FC236}">
                <a16:creationId xmlns:a16="http://schemas.microsoft.com/office/drawing/2014/main" id="{1D2AEA58-5037-45A6-948C-D53BB870AF76}"/>
              </a:ext>
            </a:extLst>
          </p:cNvPr>
          <p:cNvSpPr>
            <a:spLocks xmlns:a="http://schemas.openxmlformats.org/drawingml/2006/main" noGrp="1"/>
          </p:cNvSpPr>
          <p:nvPr/>
        </p:nvSpPr>
        <p:spPr>
          <a:xfrm xmlns:a="http://schemas.openxmlformats.org/drawingml/2006/main">
            <a:off x="2828925" y="2724150"/>
            <a:ext cx="476250" cy="314325"/>
          </a:xfrm>
          <a:custGeom xmlns:a="http://schemas.openxmlformats.org/drawingml/2006/main">
            <a:pathLst>
              <a:path w="476250" h="314325">
                <a:moveTo>
                  <a:pt x="0" y="0"/>
                </a:moveTo>
                <a:lnTo>
                  <a:pt x="476250" y="314325"/>
                </a:lnTo>
              </a:path>
            </a:pathLst>
          </a:custGeom>
          <a:noFill xmlns:a="http://schemas.openxmlformats.org/drawingml/2006/main"/>
          <a:ln xmlns:a="http://schemas.openxmlformats.org/drawingml/2006/main" w="19050">
            <a:solidFill>
              <a:srgbClr val="347DA9"/>
            </a:solidFill>
            <a:prstDash val="solid"/>
          </a:ln>
        </p:spPr>
      </p:sp>
      <p:sp>
        <p:nvSpPr>
          <p:cNvPr id="42" name="response-symbols-42">
            <a:extLst xmlns:a="http://schemas.openxmlformats.org/drawingml/2006/main">
              <a:ext uri="{FF2B5EF4-FFF2-40B4-BE49-F238E27FC236}">
                <a16:creationId xmlns:a16="http://schemas.microsoft.com/office/drawing/2014/main" id="{B44119A0-6A2A-49AD-ABAD-5239FB5FAC99}"/>
              </a:ext>
            </a:extLst>
          </p:cNvPr>
          <p:cNvSpPr>
            <a:spLocks xmlns:a="http://schemas.openxmlformats.org/drawingml/2006/main" noGrp="1"/>
          </p:cNvSpPr>
          <p:nvPr/>
        </p:nvSpPr>
        <p:spPr>
          <a:xfrm xmlns:a="http://schemas.openxmlformats.org/drawingml/2006/main">
            <a:off x="3276600" y="2952750"/>
            <a:ext cx="14668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250" b="0">
                <a:solidFill>
                  <a:srgbClr val="347DA9"/>
                </a:solidFill>
                <a:latin typeface="STIX Two Math"/>
                <a:ea typeface="STIX Two Math"/>
                <a:cs typeface="STIX Two Math"/>
              </a:defRPr>
            </a:pPr>
            <a:r>
              <a:rPr sz="2250" b="0">
                <a:solidFill>
                  <a:srgbClr val="347DA9"/>
                </a:solidFill>
                <a:latin typeface="STIX Two Math"/>
                <a:ea typeface="STIX Two Math"/>
                <a:cs typeface="STIX Two Math"/>
              </a:rPr>
              <a:t>a(t), u(t)</a:t>
            </a:r>
          </a:p>
        </p:txBody>
      </p:sp>
      <p:sp>
        <p:nvSpPr>
          <p:cNvPr id="43" name="response-location-label-43">
            <a:extLst xmlns:a="http://schemas.openxmlformats.org/drawingml/2006/main">
              <a:ext uri="{FF2B5EF4-FFF2-40B4-BE49-F238E27FC236}">
                <a16:creationId xmlns:a16="http://schemas.microsoft.com/office/drawing/2014/main" id="{65D6EA7B-48FC-43AA-8611-A3701F4BE58D}"/>
              </a:ext>
            </a:extLst>
          </p:cNvPr>
          <p:cNvSpPr>
            <a:spLocks xmlns:a="http://schemas.openxmlformats.org/drawingml/2006/main" noGrp="1"/>
          </p:cNvSpPr>
          <p:nvPr/>
        </p:nvSpPr>
        <p:spPr>
          <a:xfrm xmlns:a="http://schemas.openxmlformats.org/drawingml/2006/main">
            <a:off x="3552825" y="3333750"/>
            <a:ext cx="12668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a:solidFill>
                  <a:srgbClr val="61737E"/>
                </a:solidFill>
                <a:latin typeface="Arial"/>
                <a:ea typeface="Arial"/>
                <a:cs typeface="Arial"/>
              </a:defRPr>
            </a:pPr>
            <a:r>
              <a:rPr sz="1575" b="0">
                <a:solidFill>
                  <a:srgbClr val="61737E"/>
                </a:solidFill>
                <a:latin typeface="Arial"/>
                <a:ea typeface="Arial"/>
                <a:cs typeface="Arial"/>
              </a:rPr>
              <a:t>Responses</a:t>
            </a:r>
          </a:p>
        </p:txBody>
      </p:sp>
      <p:sp>
        <p:nvSpPr>
          <p:cNvPr id="44" name="system-model-caption-44">
            <a:extLst xmlns:a="http://schemas.openxmlformats.org/drawingml/2006/main">
              <a:ext uri="{FF2B5EF4-FFF2-40B4-BE49-F238E27FC236}">
                <a16:creationId xmlns:a16="http://schemas.microsoft.com/office/drawing/2014/main" id="{F08B8879-449E-4786-B657-4E669F0BD164}"/>
              </a:ext>
            </a:extLst>
          </p:cNvPr>
          <p:cNvSpPr>
            <a:spLocks xmlns:a="http://schemas.openxmlformats.org/drawingml/2006/main" noGrp="1"/>
          </p:cNvSpPr>
          <p:nvPr/>
        </p:nvSpPr>
        <p:spPr>
          <a:xfrm xmlns:a="http://schemas.openxmlformats.org/drawingml/2006/main">
            <a:off x="762000" y="5991225"/>
            <a:ext cx="36004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25333D"/>
                </a:solidFill>
                <a:latin typeface="Arial"/>
                <a:ea typeface="Arial"/>
                <a:cs typeface="Arial"/>
              </a:defRPr>
            </a:pPr>
            <a:r>
              <a:rPr sz="1800" b="0">
                <a:solidFill>
                  <a:srgbClr val="25333D"/>
                </a:solidFill>
                <a:latin typeface="Arial"/>
                <a:ea typeface="Arial"/>
                <a:cs typeface="Arial"/>
              </a:rPr>
              <a:t>ANCF catenary +</a:t>
            </a:r>
          </a:p>
          <a:p xmlns:a="http://schemas.openxmlformats.org/drawingml/2006/main">
            <a:pPr algn="ctr">
              <a:defRPr sz="1800" b="0">
                <a:solidFill>
                  <a:srgbClr val="25333D"/>
                </a:solidFill>
                <a:latin typeface="Arial"/>
                <a:ea typeface="Arial"/>
                <a:cs typeface="Arial"/>
              </a:defRPr>
            </a:pPr>
            <a:r>
              <a:rPr sz="1800" b="0">
                <a:solidFill>
                  <a:srgbClr val="25333D"/>
                </a:solidFill>
                <a:latin typeface="Arial"/>
                <a:ea typeface="Arial"/>
                <a:cs typeface="Arial"/>
              </a:rPr>
              <a:t>lumped pantograph</a:t>
            </a:r>
          </a:p>
        </p:txBody>
      </p:sp>
      <p:sp>
        <p:nvSpPr>
          <p:cNvPr id="45" name="data-origin-45">
            <a:extLst xmlns:a="http://schemas.openxmlformats.org/drawingml/2006/main">
              <a:ext uri="{FF2B5EF4-FFF2-40B4-BE49-F238E27FC236}">
                <a16:creationId xmlns:a16="http://schemas.microsoft.com/office/drawing/2014/main" id="{979B7A79-697E-468E-ACD2-8070D18974B1}"/>
              </a:ext>
            </a:extLst>
          </p:cNvPr>
          <p:cNvSpPr>
            <a:spLocks xmlns:a="http://schemas.openxmlformats.org/drawingml/2006/main" noGrp="1"/>
          </p:cNvSpPr>
          <p:nvPr/>
        </p:nvSpPr>
        <p:spPr>
          <a:xfrm xmlns:a="http://schemas.openxmlformats.org/drawingml/2006/main">
            <a:off x="762000" y="6705600"/>
            <a:ext cx="3600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1">
                <a:solidFill>
                  <a:srgbClr val="347DA9"/>
                </a:solidFill>
                <a:latin typeface="Arial"/>
                <a:ea typeface="Arial"/>
                <a:cs typeface="Arial"/>
              </a:defRPr>
            </a:pPr>
            <a:r>
              <a:rPr sz="1950" b="1">
                <a:solidFill>
                  <a:srgbClr val="347DA9"/>
                </a:solidFill>
                <a:latin typeface="Arial"/>
                <a:ea typeface="Arial"/>
                <a:cs typeface="Arial"/>
              </a:rPr>
              <a:t>Simulation outputs</a:t>
            </a:r>
          </a:p>
        </p:txBody>
      </p:sp>
      <p:sp>
        <p:nvSpPr>
          <p:cNvPr id="46" name="acceleration-history-0-46">
            <a:extLst xmlns:a="http://schemas.openxmlformats.org/drawingml/2006/main">
              <a:ext uri="{FF2B5EF4-FFF2-40B4-BE49-F238E27FC236}">
                <a16:creationId xmlns:a16="http://schemas.microsoft.com/office/drawing/2014/main" id="{4A3900BD-AEA5-4F61-899B-9581AA52C344}"/>
              </a:ext>
            </a:extLst>
          </p:cNvPr>
          <p:cNvSpPr>
            <a:spLocks xmlns:a="http://schemas.openxmlformats.org/drawingml/2006/main" noGrp="1"/>
          </p:cNvSpPr>
          <p:nvPr/>
        </p:nvSpPr>
        <p:spPr>
          <a:xfrm xmlns:a="http://schemas.openxmlformats.org/drawingml/2006/main">
            <a:off x="6019800" y="1895475"/>
            <a:ext cx="542925" cy="142875"/>
          </a:xfrm>
          <a:prstGeom xmlns:a="http://schemas.openxmlformats.org/drawingml/2006/main" prst="rect">
            <a:avLst/>
          </a:prstGeom>
          <a:solidFill xmlns:a="http://schemas.openxmlformats.org/drawingml/2006/main">
            <a:srgbClr val="E9F2F8"/>
          </a:solidFill>
          <a:ln xmlns:a="http://schemas.openxmlformats.org/drawingml/2006/main" w="0">
            <a:noFill/>
            <a:prstDash val="solid"/>
          </a:ln>
        </p:spPr>
      </p:sp>
      <p:sp>
        <p:nvSpPr>
          <p:cNvPr id="47" name="uplift-history-0-47">
            <a:extLst xmlns:a="http://schemas.openxmlformats.org/drawingml/2006/main">
              <a:ext uri="{FF2B5EF4-FFF2-40B4-BE49-F238E27FC236}">
                <a16:creationId xmlns:a16="http://schemas.microsoft.com/office/drawing/2014/main" id="{DD83A6A4-020F-42E5-A47A-31EC05B5FE5B}"/>
              </a:ext>
            </a:extLst>
          </p:cNvPr>
          <p:cNvSpPr>
            <a:spLocks xmlns:a="http://schemas.openxmlformats.org/drawingml/2006/main" noGrp="1"/>
          </p:cNvSpPr>
          <p:nvPr/>
        </p:nvSpPr>
        <p:spPr>
          <a:xfrm xmlns:a="http://schemas.openxmlformats.org/drawingml/2006/main">
            <a:off x="6600825" y="1895475"/>
            <a:ext cx="542925" cy="142875"/>
          </a:xfrm>
          <a:prstGeom xmlns:a="http://schemas.openxmlformats.org/drawingml/2006/main" prst="rect">
            <a:avLst/>
          </a:prstGeom>
          <a:solidFill xmlns:a="http://schemas.openxmlformats.org/drawingml/2006/main">
            <a:srgbClr val="E8F4EF"/>
          </a:solidFill>
          <a:ln xmlns:a="http://schemas.openxmlformats.org/drawingml/2006/main" w="0">
            <a:noFill/>
            <a:prstDash val="solid"/>
          </a:ln>
        </p:spPr>
      </p:sp>
      <p:sp>
        <p:nvSpPr>
          <p:cNvPr id="48" name="acceleration-history-1-48">
            <a:extLst xmlns:a="http://schemas.openxmlformats.org/drawingml/2006/main">
              <a:ext uri="{FF2B5EF4-FFF2-40B4-BE49-F238E27FC236}">
                <a16:creationId xmlns:a16="http://schemas.microsoft.com/office/drawing/2014/main" id="{7F0D5422-F42B-4BB0-8E8F-CACBAFEC4ACE}"/>
              </a:ext>
            </a:extLst>
          </p:cNvPr>
          <p:cNvSpPr>
            <a:spLocks xmlns:a="http://schemas.openxmlformats.org/drawingml/2006/main" noGrp="1"/>
          </p:cNvSpPr>
          <p:nvPr/>
        </p:nvSpPr>
        <p:spPr>
          <a:xfrm xmlns:a="http://schemas.openxmlformats.org/drawingml/2006/main">
            <a:off x="6019800" y="2047875"/>
            <a:ext cx="542925" cy="142875"/>
          </a:xfrm>
          <a:prstGeom xmlns:a="http://schemas.openxmlformats.org/drawingml/2006/main" prst="rect">
            <a:avLst/>
          </a:prstGeom>
          <a:solidFill xmlns:a="http://schemas.openxmlformats.org/drawingml/2006/main">
            <a:srgbClr val="E9F2F8"/>
          </a:solidFill>
          <a:ln xmlns:a="http://schemas.openxmlformats.org/drawingml/2006/main" w="0">
            <a:noFill/>
            <a:prstDash val="solid"/>
          </a:ln>
        </p:spPr>
      </p:sp>
      <p:sp>
        <p:nvSpPr>
          <p:cNvPr id="49" name="uplift-history-1-49">
            <a:extLst xmlns:a="http://schemas.openxmlformats.org/drawingml/2006/main">
              <a:ext uri="{FF2B5EF4-FFF2-40B4-BE49-F238E27FC236}">
                <a16:creationId xmlns:a16="http://schemas.microsoft.com/office/drawing/2014/main" id="{C2AFC2FB-88DF-4AC9-B613-39274CA32831}"/>
              </a:ext>
            </a:extLst>
          </p:cNvPr>
          <p:cNvSpPr>
            <a:spLocks xmlns:a="http://schemas.openxmlformats.org/drawingml/2006/main" noGrp="1"/>
          </p:cNvSpPr>
          <p:nvPr/>
        </p:nvSpPr>
        <p:spPr>
          <a:xfrm xmlns:a="http://schemas.openxmlformats.org/drawingml/2006/main">
            <a:off x="6600825" y="2047875"/>
            <a:ext cx="542925" cy="142875"/>
          </a:xfrm>
          <a:prstGeom xmlns:a="http://schemas.openxmlformats.org/drawingml/2006/main" prst="rect">
            <a:avLst/>
          </a:prstGeom>
          <a:solidFill xmlns:a="http://schemas.openxmlformats.org/drawingml/2006/main">
            <a:srgbClr val="E8F4EF"/>
          </a:solidFill>
          <a:ln xmlns:a="http://schemas.openxmlformats.org/drawingml/2006/main" w="0">
            <a:noFill/>
            <a:prstDash val="solid"/>
          </a:ln>
        </p:spPr>
      </p:sp>
      <p:sp>
        <p:nvSpPr>
          <p:cNvPr id="50" name="acceleration-history-2-50">
            <a:extLst xmlns:a="http://schemas.openxmlformats.org/drawingml/2006/main">
              <a:ext uri="{FF2B5EF4-FFF2-40B4-BE49-F238E27FC236}">
                <a16:creationId xmlns:a16="http://schemas.microsoft.com/office/drawing/2014/main" id="{BB745D54-EB11-4903-AD64-3ABFA5F5DD27}"/>
              </a:ext>
            </a:extLst>
          </p:cNvPr>
          <p:cNvSpPr>
            <a:spLocks xmlns:a="http://schemas.openxmlformats.org/drawingml/2006/main" noGrp="1"/>
          </p:cNvSpPr>
          <p:nvPr/>
        </p:nvSpPr>
        <p:spPr>
          <a:xfrm xmlns:a="http://schemas.openxmlformats.org/drawingml/2006/main">
            <a:off x="6019800" y="2200275"/>
            <a:ext cx="542925" cy="142875"/>
          </a:xfrm>
          <a:prstGeom xmlns:a="http://schemas.openxmlformats.org/drawingml/2006/main" prst="rect">
            <a:avLst/>
          </a:prstGeom>
          <a:solidFill xmlns:a="http://schemas.openxmlformats.org/drawingml/2006/main">
            <a:srgbClr val="E9F2F8"/>
          </a:solidFill>
          <a:ln xmlns:a="http://schemas.openxmlformats.org/drawingml/2006/main" w="0">
            <a:noFill/>
            <a:prstDash val="solid"/>
          </a:ln>
        </p:spPr>
      </p:sp>
      <p:sp>
        <p:nvSpPr>
          <p:cNvPr id="51" name="uplift-history-2-51">
            <a:extLst xmlns:a="http://schemas.openxmlformats.org/drawingml/2006/main">
              <a:ext uri="{FF2B5EF4-FFF2-40B4-BE49-F238E27FC236}">
                <a16:creationId xmlns:a16="http://schemas.microsoft.com/office/drawing/2014/main" id="{E8241F3E-B870-4EB0-B8D1-422B50FFD55E}"/>
              </a:ext>
            </a:extLst>
          </p:cNvPr>
          <p:cNvSpPr>
            <a:spLocks xmlns:a="http://schemas.openxmlformats.org/drawingml/2006/main" noGrp="1"/>
          </p:cNvSpPr>
          <p:nvPr/>
        </p:nvSpPr>
        <p:spPr>
          <a:xfrm xmlns:a="http://schemas.openxmlformats.org/drawingml/2006/main">
            <a:off x="6600825" y="2200275"/>
            <a:ext cx="542925" cy="142875"/>
          </a:xfrm>
          <a:prstGeom xmlns:a="http://schemas.openxmlformats.org/drawingml/2006/main" prst="rect">
            <a:avLst/>
          </a:prstGeom>
          <a:solidFill xmlns:a="http://schemas.openxmlformats.org/drawingml/2006/main">
            <a:srgbClr val="E8F4EF"/>
          </a:solidFill>
          <a:ln xmlns:a="http://schemas.openxmlformats.org/drawingml/2006/main" w="0">
            <a:noFill/>
            <a:prstDash val="solid"/>
          </a:ln>
        </p:spPr>
      </p:sp>
      <p:sp>
        <p:nvSpPr>
          <p:cNvPr id="52" name="acceleration-history-3-52">
            <a:extLst xmlns:a="http://schemas.openxmlformats.org/drawingml/2006/main">
              <a:ext uri="{FF2B5EF4-FFF2-40B4-BE49-F238E27FC236}">
                <a16:creationId xmlns:a16="http://schemas.microsoft.com/office/drawing/2014/main" id="{50C007E7-AF6B-47D5-87D0-5A5552909DCD}"/>
              </a:ext>
            </a:extLst>
          </p:cNvPr>
          <p:cNvSpPr>
            <a:spLocks xmlns:a="http://schemas.openxmlformats.org/drawingml/2006/main" noGrp="1"/>
          </p:cNvSpPr>
          <p:nvPr/>
        </p:nvSpPr>
        <p:spPr>
          <a:xfrm xmlns:a="http://schemas.openxmlformats.org/drawingml/2006/main">
            <a:off x="6019800" y="2352675"/>
            <a:ext cx="542925" cy="142875"/>
          </a:xfrm>
          <a:prstGeom xmlns:a="http://schemas.openxmlformats.org/drawingml/2006/main" prst="rect">
            <a:avLst/>
          </a:prstGeom>
          <a:solidFill xmlns:a="http://schemas.openxmlformats.org/drawingml/2006/main">
            <a:srgbClr val="E9F2F8"/>
          </a:solidFill>
          <a:ln xmlns:a="http://schemas.openxmlformats.org/drawingml/2006/main" w="0">
            <a:noFill/>
            <a:prstDash val="solid"/>
          </a:ln>
        </p:spPr>
      </p:sp>
      <p:sp>
        <p:nvSpPr>
          <p:cNvPr id="53" name="uplift-history-3-53">
            <a:extLst xmlns:a="http://schemas.openxmlformats.org/drawingml/2006/main">
              <a:ext uri="{FF2B5EF4-FFF2-40B4-BE49-F238E27FC236}">
                <a16:creationId xmlns:a16="http://schemas.microsoft.com/office/drawing/2014/main" id="{04E317D7-EA58-446E-9BD9-18E091FF3771}"/>
              </a:ext>
            </a:extLst>
          </p:cNvPr>
          <p:cNvSpPr>
            <a:spLocks xmlns:a="http://schemas.openxmlformats.org/drawingml/2006/main" noGrp="1"/>
          </p:cNvSpPr>
          <p:nvPr/>
        </p:nvSpPr>
        <p:spPr>
          <a:xfrm xmlns:a="http://schemas.openxmlformats.org/drawingml/2006/main">
            <a:off x="6600825" y="2352675"/>
            <a:ext cx="542925" cy="142875"/>
          </a:xfrm>
          <a:prstGeom xmlns:a="http://schemas.openxmlformats.org/drawingml/2006/main" prst="rect">
            <a:avLst/>
          </a:prstGeom>
          <a:solidFill xmlns:a="http://schemas.openxmlformats.org/drawingml/2006/main">
            <a:srgbClr val="E8F4EF"/>
          </a:solidFill>
          <a:ln xmlns:a="http://schemas.openxmlformats.org/drawingml/2006/main" w="0">
            <a:noFill/>
            <a:prstDash val="solid"/>
          </a:ln>
        </p:spPr>
      </p:sp>
      <p:sp>
        <p:nvSpPr>
          <p:cNvPr id="54" name="acceleration-history-4-54">
            <a:extLst xmlns:a="http://schemas.openxmlformats.org/drawingml/2006/main">
              <a:ext uri="{FF2B5EF4-FFF2-40B4-BE49-F238E27FC236}">
                <a16:creationId xmlns:a16="http://schemas.microsoft.com/office/drawing/2014/main" id="{14718DCB-4556-46E4-AC9F-CFC25D4426F5}"/>
              </a:ext>
            </a:extLst>
          </p:cNvPr>
          <p:cNvSpPr>
            <a:spLocks xmlns:a="http://schemas.openxmlformats.org/drawingml/2006/main" noGrp="1"/>
          </p:cNvSpPr>
          <p:nvPr/>
        </p:nvSpPr>
        <p:spPr>
          <a:xfrm xmlns:a="http://schemas.openxmlformats.org/drawingml/2006/main">
            <a:off x="6019800" y="2505075"/>
            <a:ext cx="542925" cy="142875"/>
          </a:xfrm>
          <a:prstGeom xmlns:a="http://schemas.openxmlformats.org/drawingml/2006/main" prst="rect">
            <a:avLst/>
          </a:prstGeom>
          <a:solidFill xmlns:a="http://schemas.openxmlformats.org/drawingml/2006/main">
            <a:srgbClr val="E9F2F8"/>
          </a:solidFill>
          <a:ln xmlns:a="http://schemas.openxmlformats.org/drawingml/2006/main" w="0">
            <a:noFill/>
            <a:prstDash val="solid"/>
          </a:ln>
        </p:spPr>
      </p:sp>
      <p:sp>
        <p:nvSpPr>
          <p:cNvPr id="55" name="uplift-history-4-55">
            <a:extLst xmlns:a="http://schemas.openxmlformats.org/drawingml/2006/main">
              <a:ext uri="{FF2B5EF4-FFF2-40B4-BE49-F238E27FC236}">
                <a16:creationId xmlns:a16="http://schemas.microsoft.com/office/drawing/2014/main" id="{F94BBBEB-111F-4F10-B71A-D1C02DA6D4E4}"/>
              </a:ext>
            </a:extLst>
          </p:cNvPr>
          <p:cNvSpPr>
            <a:spLocks xmlns:a="http://schemas.openxmlformats.org/drawingml/2006/main" noGrp="1"/>
          </p:cNvSpPr>
          <p:nvPr/>
        </p:nvSpPr>
        <p:spPr>
          <a:xfrm xmlns:a="http://schemas.openxmlformats.org/drawingml/2006/main">
            <a:off x="6600825" y="2505075"/>
            <a:ext cx="542925" cy="142875"/>
          </a:xfrm>
          <a:prstGeom xmlns:a="http://schemas.openxmlformats.org/drawingml/2006/main" prst="rect">
            <a:avLst/>
          </a:prstGeom>
          <a:solidFill xmlns:a="http://schemas.openxmlformats.org/drawingml/2006/main">
            <a:srgbClr val="E8F4EF"/>
          </a:solidFill>
          <a:ln xmlns:a="http://schemas.openxmlformats.org/drawingml/2006/main" w="0">
            <a:noFill/>
            <a:prstDash val="solid"/>
          </a:ln>
        </p:spPr>
      </p:sp>
      <p:sp>
        <p:nvSpPr>
          <p:cNvPr id="56" name="acceleration-history-5-56">
            <a:extLst xmlns:a="http://schemas.openxmlformats.org/drawingml/2006/main">
              <a:ext uri="{FF2B5EF4-FFF2-40B4-BE49-F238E27FC236}">
                <a16:creationId xmlns:a16="http://schemas.microsoft.com/office/drawing/2014/main" id="{2490823C-2CF4-4D94-BADD-7C711559694F}"/>
              </a:ext>
            </a:extLst>
          </p:cNvPr>
          <p:cNvSpPr>
            <a:spLocks xmlns:a="http://schemas.openxmlformats.org/drawingml/2006/main" noGrp="1"/>
          </p:cNvSpPr>
          <p:nvPr/>
        </p:nvSpPr>
        <p:spPr>
          <a:xfrm xmlns:a="http://schemas.openxmlformats.org/drawingml/2006/main">
            <a:off x="6019800" y="2657475"/>
            <a:ext cx="542925" cy="142875"/>
          </a:xfrm>
          <a:prstGeom xmlns:a="http://schemas.openxmlformats.org/drawingml/2006/main" prst="rect">
            <a:avLst/>
          </a:prstGeom>
          <a:solidFill xmlns:a="http://schemas.openxmlformats.org/drawingml/2006/main">
            <a:srgbClr val="E9F2F8"/>
          </a:solidFill>
          <a:ln xmlns:a="http://schemas.openxmlformats.org/drawingml/2006/main" w="0">
            <a:noFill/>
            <a:prstDash val="solid"/>
          </a:ln>
        </p:spPr>
      </p:sp>
      <p:sp>
        <p:nvSpPr>
          <p:cNvPr id="57" name="uplift-history-5-57">
            <a:extLst xmlns:a="http://schemas.openxmlformats.org/drawingml/2006/main">
              <a:ext uri="{FF2B5EF4-FFF2-40B4-BE49-F238E27FC236}">
                <a16:creationId xmlns:a16="http://schemas.microsoft.com/office/drawing/2014/main" id="{9A8A15E7-6BBD-492A-968D-67B4BB8B4A3C}"/>
              </a:ext>
            </a:extLst>
          </p:cNvPr>
          <p:cNvSpPr>
            <a:spLocks xmlns:a="http://schemas.openxmlformats.org/drawingml/2006/main" noGrp="1"/>
          </p:cNvSpPr>
          <p:nvPr/>
        </p:nvSpPr>
        <p:spPr>
          <a:xfrm xmlns:a="http://schemas.openxmlformats.org/drawingml/2006/main">
            <a:off x="6600825" y="2657475"/>
            <a:ext cx="542925" cy="142875"/>
          </a:xfrm>
          <a:prstGeom xmlns:a="http://schemas.openxmlformats.org/drawingml/2006/main" prst="rect">
            <a:avLst/>
          </a:prstGeom>
          <a:solidFill xmlns:a="http://schemas.openxmlformats.org/drawingml/2006/main">
            <a:srgbClr val="E8F4EF"/>
          </a:solidFill>
          <a:ln xmlns:a="http://schemas.openxmlformats.org/drawingml/2006/main" w="0">
            <a:noFill/>
            <a:prstDash val="solid"/>
          </a:ln>
        </p:spPr>
      </p:sp>
      <p:sp>
        <p:nvSpPr>
          <p:cNvPr id="58" name="acceleration-history-6-58">
            <a:extLst xmlns:a="http://schemas.openxmlformats.org/drawingml/2006/main">
              <a:ext uri="{FF2B5EF4-FFF2-40B4-BE49-F238E27FC236}">
                <a16:creationId xmlns:a16="http://schemas.microsoft.com/office/drawing/2014/main" id="{056D7E91-BDE2-4BEC-AAE6-8F339EB182F1}"/>
              </a:ext>
            </a:extLst>
          </p:cNvPr>
          <p:cNvSpPr>
            <a:spLocks xmlns:a="http://schemas.openxmlformats.org/drawingml/2006/main" noGrp="1"/>
          </p:cNvSpPr>
          <p:nvPr/>
        </p:nvSpPr>
        <p:spPr>
          <a:xfrm xmlns:a="http://schemas.openxmlformats.org/drawingml/2006/main">
            <a:off x="6019800" y="2809875"/>
            <a:ext cx="542925" cy="142875"/>
          </a:xfrm>
          <a:prstGeom xmlns:a="http://schemas.openxmlformats.org/drawingml/2006/main" prst="rect">
            <a:avLst/>
          </a:prstGeom>
          <a:solidFill xmlns:a="http://schemas.openxmlformats.org/drawingml/2006/main">
            <a:srgbClr val="E9F2F8"/>
          </a:solidFill>
          <a:ln xmlns:a="http://schemas.openxmlformats.org/drawingml/2006/main" w="0">
            <a:noFill/>
            <a:prstDash val="solid"/>
          </a:ln>
        </p:spPr>
      </p:sp>
      <p:sp>
        <p:nvSpPr>
          <p:cNvPr id="59" name="uplift-history-6-59">
            <a:extLst xmlns:a="http://schemas.openxmlformats.org/drawingml/2006/main">
              <a:ext uri="{FF2B5EF4-FFF2-40B4-BE49-F238E27FC236}">
                <a16:creationId xmlns:a16="http://schemas.microsoft.com/office/drawing/2014/main" id="{6413A23B-59E4-4A96-9736-56EBD85F1750}"/>
              </a:ext>
            </a:extLst>
          </p:cNvPr>
          <p:cNvSpPr>
            <a:spLocks xmlns:a="http://schemas.openxmlformats.org/drawingml/2006/main" noGrp="1"/>
          </p:cNvSpPr>
          <p:nvPr/>
        </p:nvSpPr>
        <p:spPr>
          <a:xfrm xmlns:a="http://schemas.openxmlformats.org/drawingml/2006/main">
            <a:off x="6600825" y="2809875"/>
            <a:ext cx="542925" cy="142875"/>
          </a:xfrm>
          <a:prstGeom xmlns:a="http://schemas.openxmlformats.org/drawingml/2006/main" prst="rect">
            <a:avLst/>
          </a:prstGeom>
          <a:solidFill xmlns:a="http://schemas.openxmlformats.org/drawingml/2006/main">
            <a:srgbClr val="E8F4EF"/>
          </a:solidFill>
          <a:ln xmlns:a="http://schemas.openxmlformats.org/drawingml/2006/main" w="0">
            <a:noFill/>
            <a:prstDash val="solid"/>
          </a:ln>
        </p:spPr>
      </p:sp>
      <p:sp>
        <p:nvSpPr>
          <p:cNvPr id="60" name="acceleration-history-7-60">
            <a:extLst xmlns:a="http://schemas.openxmlformats.org/drawingml/2006/main">
              <a:ext uri="{FF2B5EF4-FFF2-40B4-BE49-F238E27FC236}">
                <a16:creationId xmlns:a16="http://schemas.microsoft.com/office/drawing/2014/main" id="{EFD0EF27-FB72-4E50-AC8D-7C2C7B931C13}"/>
              </a:ext>
            </a:extLst>
          </p:cNvPr>
          <p:cNvSpPr>
            <a:spLocks xmlns:a="http://schemas.openxmlformats.org/drawingml/2006/main" noGrp="1"/>
          </p:cNvSpPr>
          <p:nvPr/>
        </p:nvSpPr>
        <p:spPr>
          <a:xfrm xmlns:a="http://schemas.openxmlformats.org/drawingml/2006/main">
            <a:off x="6019800" y="2962275"/>
            <a:ext cx="542925" cy="142875"/>
          </a:xfrm>
          <a:prstGeom xmlns:a="http://schemas.openxmlformats.org/drawingml/2006/main" prst="rect">
            <a:avLst/>
          </a:prstGeom>
          <a:solidFill xmlns:a="http://schemas.openxmlformats.org/drawingml/2006/main">
            <a:srgbClr val="E9F2F8"/>
          </a:solidFill>
          <a:ln xmlns:a="http://schemas.openxmlformats.org/drawingml/2006/main" w="0">
            <a:noFill/>
            <a:prstDash val="solid"/>
          </a:ln>
        </p:spPr>
      </p:sp>
      <p:sp>
        <p:nvSpPr>
          <p:cNvPr id="61" name="uplift-history-7-61">
            <a:extLst xmlns:a="http://schemas.openxmlformats.org/drawingml/2006/main">
              <a:ext uri="{FF2B5EF4-FFF2-40B4-BE49-F238E27FC236}">
                <a16:creationId xmlns:a16="http://schemas.microsoft.com/office/drawing/2014/main" id="{38F123C2-AD1D-4611-B870-30588B9A33CB}"/>
              </a:ext>
            </a:extLst>
          </p:cNvPr>
          <p:cNvSpPr>
            <a:spLocks xmlns:a="http://schemas.openxmlformats.org/drawingml/2006/main" noGrp="1"/>
          </p:cNvSpPr>
          <p:nvPr/>
        </p:nvSpPr>
        <p:spPr>
          <a:xfrm xmlns:a="http://schemas.openxmlformats.org/drawingml/2006/main">
            <a:off x="6600825" y="2962275"/>
            <a:ext cx="542925" cy="142875"/>
          </a:xfrm>
          <a:prstGeom xmlns:a="http://schemas.openxmlformats.org/drawingml/2006/main" prst="rect">
            <a:avLst/>
          </a:prstGeom>
          <a:solidFill xmlns:a="http://schemas.openxmlformats.org/drawingml/2006/main">
            <a:srgbClr val="E8F4EF"/>
          </a:solidFill>
          <a:ln xmlns:a="http://schemas.openxmlformats.org/drawingml/2006/main" w="0">
            <a:noFill/>
            <a:prstDash val="solid"/>
          </a:ln>
        </p:spPr>
      </p:sp>
      <p:sp>
        <p:nvSpPr>
          <p:cNvPr id="62" name="acceleration-history-8-62">
            <a:extLst xmlns:a="http://schemas.openxmlformats.org/drawingml/2006/main">
              <a:ext uri="{FF2B5EF4-FFF2-40B4-BE49-F238E27FC236}">
                <a16:creationId xmlns:a16="http://schemas.microsoft.com/office/drawing/2014/main" id="{D5BA84BC-712B-4717-8CB5-E4EE54B8DB59}"/>
              </a:ext>
            </a:extLst>
          </p:cNvPr>
          <p:cNvSpPr>
            <a:spLocks xmlns:a="http://schemas.openxmlformats.org/drawingml/2006/main" noGrp="1"/>
          </p:cNvSpPr>
          <p:nvPr/>
        </p:nvSpPr>
        <p:spPr>
          <a:xfrm xmlns:a="http://schemas.openxmlformats.org/drawingml/2006/main">
            <a:off x="6019800" y="3114675"/>
            <a:ext cx="542925" cy="142875"/>
          </a:xfrm>
          <a:prstGeom xmlns:a="http://schemas.openxmlformats.org/drawingml/2006/main" prst="rect">
            <a:avLst/>
          </a:prstGeom>
          <a:solidFill xmlns:a="http://schemas.openxmlformats.org/drawingml/2006/main">
            <a:srgbClr val="E9F2F8"/>
          </a:solidFill>
          <a:ln xmlns:a="http://schemas.openxmlformats.org/drawingml/2006/main" w="0">
            <a:noFill/>
            <a:prstDash val="solid"/>
          </a:ln>
        </p:spPr>
      </p:sp>
      <p:sp>
        <p:nvSpPr>
          <p:cNvPr id="63" name="uplift-history-8-63">
            <a:extLst xmlns:a="http://schemas.openxmlformats.org/drawingml/2006/main">
              <a:ext uri="{FF2B5EF4-FFF2-40B4-BE49-F238E27FC236}">
                <a16:creationId xmlns:a16="http://schemas.microsoft.com/office/drawing/2014/main" id="{EE1E2F45-08AC-47A7-BF28-7AA0304BA098}"/>
              </a:ext>
            </a:extLst>
          </p:cNvPr>
          <p:cNvSpPr>
            <a:spLocks xmlns:a="http://schemas.openxmlformats.org/drawingml/2006/main" noGrp="1"/>
          </p:cNvSpPr>
          <p:nvPr/>
        </p:nvSpPr>
        <p:spPr>
          <a:xfrm xmlns:a="http://schemas.openxmlformats.org/drawingml/2006/main">
            <a:off x="6600825" y="3114675"/>
            <a:ext cx="542925" cy="142875"/>
          </a:xfrm>
          <a:prstGeom xmlns:a="http://schemas.openxmlformats.org/drawingml/2006/main" prst="rect">
            <a:avLst/>
          </a:prstGeom>
          <a:solidFill xmlns:a="http://schemas.openxmlformats.org/drawingml/2006/main">
            <a:srgbClr val="E8F4EF"/>
          </a:solidFill>
          <a:ln xmlns:a="http://schemas.openxmlformats.org/drawingml/2006/main" w="0">
            <a:noFill/>
            <a:prstDash val="solid"/>
          </a:ln>
        </p:spPr>
      </p:sp>
      <p:sp>
        <p:nvSpPr>
          <p:cNvPr id="64" name="acceleration-history-9-64">
            <a:extLst xmlns:a="http://schemas.openxmlformats.org/drawingml/2006/main">
              <a:ext uri="{FF2B5EF4-FFF2-40B4-BE49-F238E27FC236}">
                <a16:creationId xmlns:a16="http://schemas.microsoft.com/office/drawing/2014/main" id="{77C96BE2-7782-4D7E-B7CB-BAF7B0ABA110}"/>
              </a:ext>
            </a:extLst>
          </p:cNvPr>
          <p:cNvSpPr>
            <a:spLocks xmlns:a="http://schemas.openxmlformats.org/drawingml/2006/main" noGrp="1"/>
          </p:cNvSpPr>
          <p:nvPr/>
        </p:nvSpPr>
        <p:spPr>
          <a:xfrm xmlns:a="http://schemas.openxmlformats.org/drawingml/2006/main">
            <a:off x="6019800" y="3267075"/>
            <a:ext cx="542925" cy="142875"/>
          </a:xfrm>
          <a:prstGeom xmlns:a="http://schemas.openxmlformats.org/drawingml/2006/main" prst="rect">
            <a:avLst/>
          </a:prstGeom>
          <a:solidFill xmlns:a="http://schemas.openxmlformats.org/drawingml/2006/main">
            <a:srgbClr val="E9F2F8"/>
          </a:solidFill>
          <a:ln xmlns:a="http://schemas.openxmlformats.org/drawingml/2006/main" w="0">
            <a:noFill/>
            <a:prstDash val="solid"/>
          </a:ln>
        </p:spPr>
      </p:sp>
      <p:sp>
        <p:nvSpPr>
          <p:cNvPr id="65" name="uplift-history-9-65">
            <a:extLst xmlns:a="http://schemas.openxmlformats.org/drawingml/2006/main">
              <a:ext uri="{FF2B5EF4-FFF2-40B4-BE49-F238E27FC236}">
                <a16:creationId xmlns:a16="http://schemas.microsoft.com/office/drawing/2014/main" id="{3EF6B11A-DA4C-4B2F-A1E0-ACAE1D3CA83C}"/>
              </a:ext>
            </a:extLst>
          </p:cNvPr>
          <p:cNvSpPr>
            <a:spLocks xmlns:a="http://schemas.openxmlformats.org/drawingml/2006/main" noGrp="1"/>
          </p:cNvSpPr>
          <p:nvPr/>
        </p:nvSpPr>
        <p:spPr>
          <a:xfrm xmlns:a="http://schemas.openxmlformats.org/drawingml/2006/main">
            <a:off x="6600825" y="3267075"/>
            <a:ext cx="542925" cy="142875"/>
          </a:xfrm>
          <a:prstGeom xmlns:a="http://schemas.openxmlformats.org/drawingml/2006/main" prst="rect">
            <a:avLst/>
          </a:prstGeom>
          <a:solidFill xmlns:a="http://schemas.openxmlformats.org/drawingml/2006/main">
            <a:srgbClr val="E8F4EF"/>
          </a:solidFill>
          <a:ln xmlns:a="http://schemas.openxmlformats.org/drawingml/2006/main" w="0">
            <a:noFill/>
            <a:prstDash val="solid"/>
          </a:ln>
        </p:spPr>
      </p:sp>
      <p:sp>
        <p:nvSpPr>
          <p:cNvPr id="66" name="acceleration-history-10-66">
            <a:extLst xmlns:a="http://schemas.openxmlformats.org/drawingml/2006/main">
              <a:ext uri="{FF2B5EF4-FFF2-40B4-BE49-F238E27FC236}">
                <a16:creationId xmlns:a16="http://schemas.microsoft.com/office/drawing/2014/main" id="{BD62528A-51EB-4CB9-A947-37E875CD65D9}"/>
              </a:ext>
            </a:extLst>
          </p:cNvPr>
          <p:cNvSpPr>
            <a:spLocks xmlns:a="http://schemas.openxmlformats.org/drawingml/2006/main" noGrp="1"/>
          </p:cNvSpPr>
          <p:nvPr/>
        </p:nvSpPr>
        <p:spPr>
          <a:xfrm xmlns:a="http://schemas.openxmlformats.org/drawingml/2006/main">
            <a:off x="6019800" y="3419475"/>
            <a:ext cx="542925" cy="142875"/>
          </a:xfrm>
          <a:prstGeom xmlns:a="http://schemas.openxmlformats.org/drawingml/2006/main" prst="rect">
            <a:avLst/>
          </a:prstGeom>
          <a:solidFill xmlns:a="http://schemas.openxmlformats.org/drawingml/2006/main">
            <a:srgbClr val="E9F2F8"/>
          </a:solidFill>
          <a:ln xmlns:a="http://schemas.openxmlformats.org/drawingml/2006/main" w="0">
            <a:noFill/>
            <a:prstDash val="solid"/>
          </a:ln>
        </p:spPr>
      </p:sp>
      <p:sp>
        <p:nvSpPr>
          <p:cNvPr id="67" name="uplift-history-10-67">
            <a:extLst xmlns:a="http://schemas.openxmlformats.org/drawingml/2006/main">
              <a:ext uri="{FF2B5EF4-FFF2-40B4-BE49-F238E27FC236}">
                <a16:creationId xmlns:a16="http://schemas.microsoft.com/office/drawing/2014/main" id="{6034777D-7D7F-4200-A38C-09C02F92175F}"/>
              </a:ext>
            </a:extLst>
          </p:cNvPr>
          <p:cNvSpPr>
            <a:spLocks xmlns:a="http://schemas.openxmlformats.org/drawingml/2006/main" noGrp="1"/>
          </p:cNvSpPr>
          <p:nvPr/>
        </p:nvSpPr>
        <p:spPr>
          <a:xfrm xmlns:a="http://schemas.openxmlformats.org/drawingml/2006/main">
            <a:off x="6600825" y="3419475"/>
            <a:ext cx="542925" cy="142875"/>
          </a:xfrm>
          <a:prstGeom xmlns:a="http://schemas.openxmlformats.org/drawingml/2006/main" prst="rect">
            <a:avLst/>
          </a:prstGeom>
          <a:solidFill xmlns:a="http://schemas.openxmlformats.org/drawingml/2006/main">
            <a:srgbClr val="E8F4EF"/>
          </a:solidFill>
          <a:ln xmlns:a="http://schemas.openxmlformats.org/drawingml/2006/main" w="0">
            <a:noFill/>
            <a:prstDash val="solid"/>
          </a:ln>
        </p:spPr>
      </p:sp>
      <p:sp>
        <p:nvSpPr>
          <p:cNvPr id="68" name="acceleration-history-11-68">
            <a:extLst xmlns:a="http://schemas.openxmlformats.org/drawingml/2006/main">
              <a:ext uri="{FF2B5EF4-FFF2-40B4-BE49-F238E27FC236}">
                <a16:creationId xmlns:a16="http://schemas.microsoft.com/office/drawing/2014/main" id="{7D3E1047-EADD-4918-BACD-5D9F8DE7CD63}"/>
              </a:ext>
            </a:extLst>
          </p:cNvPr>
          <p:cNvSpPr>
            <a:spLocks xmlns:a="http://schemas.openxmlformats.org/drawingml/2006/main" noGrp="1"/>
          </p:cNvSpPr>
          <p:nvPr/>
        </p:nvSpPr>
        <p:spPr>
          <a:xfrm xmlns:a="http://schemas.openxmlformats.org/drawingml/2006/main">
            <a:off x="6019800" y="3571875"/>
            <a:ext cx="542925" cy="142875"/>
          </a:xfrm>
          <a:prstGeom xmlns:a="http://schemas.openxmlformats.org/drawingml/2006/main" prst="rect">
            <a:avLst/>
          </a:prstGeom>
          <a:solidFill xmlns:a="http://schemas.openxmlformats.org/drawingml/2006/main">
            <a:srgbClr val="E9F2F8"/>
          </a:solidFill>
          <a:ln xmlns:a="http://schemas.openxmlformats.org/drawingml/2006/main" w="0">
            <a:noFill/>
            <a:prstDash val="solid"/>
          </a:ln>
        </p:spPr>
      </p:sp>
      <p:sp>
        <p:nvSpPr>
          <p:cNvPr id="69" name="uplift-history-11-69">
            <a:extLst xmlns:a="http://schemas.openxmlformats.org/drawingml/2006/main">
              <a:ext uri="{FF2B5EF4-FFF2-40B4-BE49-F238E27FC236}">
                <a16:creationId xmlns:a16="http://schemas.microsoft.com/office/drawing/2014/main" id="{85487676-AE9B-474A-90A2-65F8041BBAAB}"/>
              </a:ext>
            </a:extLst>
          </p:cNvPr>
          <p:cNvSpPr>
            <a:spLocks xmlns:a="http://schemas.openxmlformats.org/drawingml/2006/main" noGrp="1"/>
          </p:cNvSpPr>
          <p:nvPr/>
        </p:nvSpPr>
        <p:spPr>
          <a:xfrm xmlns:a="http://schemas.openxmlformats.org/drawingml/2006/main">
            <a:off x="6600825" y="3571875"/>
            <a:ext cx="542925" cy="142875"/>
          </a:xfrm>
          <a:prstGeom xmlns:a="http://schemas.openxmlformats.org/drawingml/2006/main" prst="rect">
            <a:avLst/>
          </a:prstGeom>
          <a:solidFill xmlns:a="http://schemas.openxmlformats.org/drawingml/2006/main">
            <a:srgbClr val="E8F4EF"/>
          </a:solidFill>
          <a:ln xmlns:a="http://schemas.openxmlformats.org/drawingml/2006/main" w="0">
            <a:noFill/>
            <a:prstDash val="solid"/>
          </a:ln>
        </p:spPr>
      </p:sp>
      <p:sp>
        <p:nvSpPr>
          <p:cNvPr id="70" name="acceleration-history-12-70">
            <a:extLst xmlns:a="http://schemas.openxmlformats.org/drawingml/2006/main">
              <a:ext uri="{FF2B5EF4-FFF2-40B4-BE49-F238E27FC236}">
                <a16:creationId xmlns:a16="http://schemas.microsoft.com/office/drawing/2014/main" id="{0290EDA2-7BD9-4FDC-9310-A57E4DBFBD91}"/>
              </a:ext>
            </a:extLst>
          </p:cNvPr>
          <p:cNvSpPr>
            <a:spLocks xmlns:a="http://schemas.openxmlformats.org/drawingml/2006/main" noGrp="1"/>
          </p:cNvSpPr>
          <p:nvPr/>
        </p:nvSpPr>
        <p:spPr>
          <a:xfrm xmlns:a="http://schemas.openxmlformats.org/drawingml/2006/main">
            <a:off x="6019800" y="3724275"/>
            <a:ext cx="542925" cy="142875"/>
          </a:xfrm>
          <a:prstGeom xmlns:a="http://schemas.openxmlformats.org/drawingml/2006/main" prst="rect">
            <a:avLst/>
          </a:prstGeom>
          <a:solidFill xmlns:a="http://schemas.openxmlformats.org/drawingml/2006/main">
            <a:srgbClr val="E9F2F8"/>
          </a:solidFill>
          <a:ln xmlns:a="http://schemas.openxmlformats.org/drawingml/2006/main" w="0">
            <a:noFill/>
            <a:prstDash val="solid"/>
          </a:ln>
        </p:spPr>
      </p:sp>
      <p:sp>
        <p:nvSpPr>
          <p:cNvPr id="71" name="uplift-history-12-71">
            <a:extLst xmlns:a="http://schemas.openxmlformats.org/drawingml/2006/main">
              <a:ext uri="{FF2B5EF4-FFF2-40B4-BE49-F238E27FC236}">
                <a16:creationId xmlns:a16="http://schemas.microsoft.com/office/drawing/2014/main" id="{5D7B2020-C2F4-433F-8F93-CAF30A5ACC9E}"/>
              </a:ext>
            </a:extLst>
          </p:cNvPr>
          <p:cNvSpPr>
            <a:spLocks xmlns:a="http://schemas.openxmlformats.org/drawingml/2006/main" noGrp="1"/>
          </p:cNvSpPr>
          <p:nvPr/>
        </p:nvSpPr>
        <p:spPr>
          <a:xfrm xmlns:a="http://schemas.openxmlformats.org/drawingml/2006/main">
            <a:off x="6600825" y="3724275"/>
            <a:ext cx="542925" cy="142875"/>
          </a:xfrm>
          <a:prstGeom xmlns:a="http://schemas.openxmlformats.org/drawingml/2006/main" prst="rect">
            <a:avLst/>
          </a:prstGeom>
          <a:solidFill xmlns:a="http://schemas.openxmlformats.org/drawingml/2006/main">
            <a:srgbClr val="E8F4EF"/>
          </a:solidFill>
          <a:ln xmlns:a="http://schemas.openxmlformats.org/drawingml/2006/main" w="0">
            <a:noFill/>
            <a:prstDash val="solid"/>
          </a:ln>
        </p:spPr>
      </p:sp>
      <p:sp>
        <p:nvSpPr>
          <p:cNvPr id="72" name="acceleration-history-13-72">
            <a:extLst xmlns:a="http://schemas.openxmlformats.org/drawingml/2006/main">
              <a:ext uri="{FF2B5EF4-FFF2-40B4-BE49-F238E27FC236}">
                <a16:creationId xmlns:a16="http://schemas.microsoft.com/office/drawing/2014/main" id="{7F111BEC-0723-4279-943B-3E5B2FBF0864}"/>
              </a:ext>
            </a:extLst>
          </p:cNvPr>
          <p:cNvSpPr>
            <a:spLocks xmlns:a="http://schemas.openxmlformats.org/drawingml/2006/main" noGrp="1"/>
          </p:cNvSpPr>
          <p:nvPr/>
        </p:nvSpPr>
        <p:spPr>
          <a:xfrm xmlns:a="http://schemas.openxmlformats.org/drawingml/2006/main">
            <a:off x="6019800" y="3876675"/>
            <a:ext cx="542925" cy="142875"/>
          </a:xfrm>
          <a:prstGeom xmlns:a="http://schemas.openxmlformats.org/drawingml/2006/main" prst="rect">
            <a:avLst/>
          </a:prstGeom>
          <a:solidFill xmlns:a="http://schemas.openxmlformats.org/drawingml/2006/main">
            <a:srgbClr val="E9F2F8"/>
          </a:solidFill>
          <a:ln xmlns:a="http://schemas.openxmlformats.org/drawingml/2006/main" w="0">
            <a:noFill/>
            <a:prstDash val="solid"/>
          </a:ln>
        </p:spPr>
      </p:sp>
      <p:sp>
        <p:nvSpPr>
          <p:cNvPr id="73" name="uplift-history-13-73">
            <a:extLst xmlns:a="http://schemas.openxmlformats.org/drawingml/2006/main">
              <a:ext uri="{FF2B5EF4-FFF2-40B4-BE49-F238E27FC236}">
                <a16:creationId xmlns:a16="http://schemas.microsoft.com/office/drawing/2014/main" id="{C01C320C-CCB5-4AE4-A272-960428AE0BDB}"/>
              </a:ext>
            </a:extLst>
          </p:cNvPr>
          <p:cNvSpPr>
            <a:spLocks xmlns:a="http://schemas.openxmlformats.org/drawingml/2006/main" noGrp="1"/>
          </p:cNvSpPr>
          <p:nvPr/>
        </p:nvSpPr>
        <p:spPr>
          <a:xfrm xmlns:a="http://schemas.openxmlformats.org/drawingml/2006/main">
            <a:off x="6600825" y="3876675"/>
            <a:ext cx="542925" cy="142875"/>
          </a:xfrm>
          <a:prstGeom xmlns:a="http://schemas.openxmlformats.org/drawingml/2006/main" prst="rect">
            <a:avLst/>
          </a:prstGeom>
          <a:solidFill xmlns:a="http://schemas.openxmlformats.org/drawingml/2006/main">
            <a:srgbClr val="E8F4EF"/>
          </a:solidFill>
          <a:ln xmlns:a="http://schemas.openxmlformats.org/drawingml/2006/main" w="0">
            <a:noFill/>
            <a:prstDash val="solid"/>
          </a:ln>
        </p:spPr>
      </p:sp>
      <p:sp>
        <p:nvSpPr>
          <p:cNvPr id="74" name="acceleration-history-14-74">
            <a:extLst xmlns:a="http://schemas.openxmlformats.org/drawingml/2006/main">
              <a:ext uri="{FF2B5EF4-FFF2-40B4-BE49-F238E27FC236}">
                <a16:creationId xmlns:a16="http://schemas.microsoft.com/office/drawing/2014/main" id="{7CC9F1DC-4C91-4590-B3F0-F2EB4B858446}"/>
              </a:ext>
            </a:extLst>
          </p:cNvPr>
          <p:cNvSpPr>
            <a:spLocks xmlns:a="http://schemas.openxmlformats.org/drawingml/2006/main" noGrp="1"/>
          </p:cNvSpPr>
          <p:nvPr/>
        </p:nvSpPr>
        <p:spPr>
          <a:xfrm xmlns:a="http://schemas.openxmlformats.org/drawingml/2006/main">
            <a:off x="6019800" y="4029075"/>
            <a:ext cx="542925" cy="142875"/>
          </a:xfrm>
          <a:prstGeom xmlns:a="http://schemas.openxmlformats.org/drawingml/2006/main" prst="rect">
            <a:avLst/>
          </a:prstGeom>
          <a:solidFill xmlns:a="http://schemas.openxmlformats.org/drawingml/2006/main">
            <a:srgbClr val="E9F2F8"/>
          </a:solidFill>
          <a:ln xmlns:a="http://schemas.openxmlformats.org/drawingml/2006/main" w="0">
            <a:noFill/>
            <a:prstDash val="solid"/>
          </a:ln>
        </p:spPr>
      </p:sp>
      <p:sp>
        <p:nvSpPr>
          <p:cNvPr id="75" name="uplift-history-14-75">
            <a:extLst xmlns:a="http://schemas.openxmlformats.org/drawingml/2006/main">
              <a:ext uri="{FF2B5EF4-FFF2-40B4-BE49-F238E27FC236}">
                <a16:creationId xmlns:a16="http://schemas.microsoft.com/office/drawing/2014/main" id="{45889759-5AB8-4208-A251-A765AEFA9BB6}"/>
              </a:ext>
            </a:extLst>
          </p:cNvPr>
          <p:cNvSpPr>
            <a:spLocks xmlns:a="http://schemas.openxmlformats.org/drawingml/2006/main" noGrp="1"/>
          </p:cNvSpPr>
          <p:nvPr/>
        </p:nvSpPr>
        <p:spPr>
          <a:xfrm xmlns:a="http://schemas.openxmlformats.org/drawingml/2006/main">
            <a:off x="6600825" y="4029075"/>
            <a:ext cx="542925" cy="142875"/>
          </a:xfrm>
          <a:prstGeom xmlns:a="http://schemas.openxmlformats.org/drawingml/2006/main" prst="rect">
            <a:avLst/>
          </a:prstGeom>
          <a:solidFill xmlns:a="http://schemas.openxmlformats.org/drawingml/2006/main">
            <a:srgbClr val="E8F4EF"/>
          </a:solidFill>
          <a:ln xmlns:a="http://schemas.openxmlformats.org/drawingml/2006/main" w="0">
            <a:noFill/>
            <a:prstDash val="solid"/>
          </a:ln>
        </p:spPr>
      </p:sp>
      <p:sp>
        <p:nvSpPr>
          <p:cNvPr id="76" name="acceleration-history-15-76">
            <a:extLst xmlns:a="http://schemas.openxmlformats.org/drawingml/2006/main">
              <a:ext uri="{FF2B5EF4-FFF2-40B4-BE49-F238E27FC236}">
                <a16:creationId xmlns:a16="http://schemas.microsoft.com/office/drawing/2014/main" id="{24F72819-D11E-4CFD-8ECF-EF24D2F17D11}"/>
              </a:ext>
            </a:extLst>
          </p:cNvPr>
          <p:cNvSpPr>
            <a:spLocks xmlns:a="http://schemas.openxmlformats.org/drawingml/2006/main" noGrp="1"/>
          </p:cNvSpPr>
          <p:nvPr/>
        </p:nvSpPr>
        <p:spPr>
          <a:xfrm xmlns:a="http://schemas.openxmlformats.org/drawingml/2006/main">
            <a:off x="6019800" y="4181475"/>
            <a:ext cx="542925" cy="142875"/>
          </a:xfrm>
          <a:prstGeom xmlns:a="http://schemas.openxmlformats.org/drawingml/2006/main" prst="rect">
            <a:avLst/>
          </a:prstGeom>
          <a:solidFill xmlns:a="http://schemas.openxmlformats.org/drawingml/2006/main">
            <a:srgbClr val="347DA9"/>
          </a:solidFill>
          <a:ln xmlns:a="http://schemas.openxmlformats.org/drawingml/2006/main" w="0">
            <a:noFill/>
            <a:prstDash val="solid"/>
          </a:ln>
        </p:spPr>
      </p:sp>
      <p:sp>
        <p:nvSpPr>
          <p:cNvPr id="77" name="uplift-history-15-77">
            <a:extLst xmlns:a="http://schemas.openxmlformats.org/drawingml/2006/main">
              <a:ext uri="{FF2B5EF4-FFF2-40B4-BE49-F238E27FC236}">
                <a16:creationId xmlns:a16="http://schemas.microsoft.com/office/drawing/2014/main" id="{1F455626-806E-4DB1-AC87-262DBD9E029A}"/>
              </a:ext>
            </a:extLst>
          </p:cNvPr>
          <p:cNvSpPr>
            <a:spLocks xmlns:a="http://schemas.openxmlformats.org/drawingml/2006/main" noGrp="1"/>
          </p:cNvSpPr>
          <p:nvPr/>
        </p:nvSpPr>
        <p:spPr>
          <a:xfrm xmlns:a="http://schemas.openxmlformats.org/drawingml/2006/main">
            <a:off x="6600825" y="4181475"/>
            <a:ext cx="542925" cy="142875"/>
          </a:xfrm>
          <a:prstGeom xmlns:a="http://schemas.openxmlformats.org/drawingml/2006/main" prst="rect">
            <a:avLst/>
          </a:prstGeom>
          <a:solidFill xmlns:a="http://schemas.openxmlformats.org/drawingml/2006/main">
            <a:srgbClr val="388E80"/>
          </a:solidFill>
          <a:ln xmlns:a="http://schemas.openxmlformats.org/drawingml/2006/main" w="0">
            <a:noFill/>
            <a:prstDash val="solid"/>
          </a:ln>
        </p:spPr>
      </p:sp>
      <p:sp>
        <p:nvSpPr>
          <p:cNvPr id="78" name="history-left-bracket-78">
            <a:extLst xmlns:a="http://schemas.openxmlformats.org/drawingml/2006/main">
              <a:ext uri="{FF2B5EF4-FFF2-40B4-BE49-F238E27FC236}">
                <a16:creationId xmlns:a16="http://schemas.microsoft.com/office/drawing/2014/main" id="{558DF4CE-BA6C-4C22-ABA5-5E8E59DE21B9}"/>
              </a:ext>
            </a:extLst>
          </p:cNvPr>
          <p:cNvSpPr>
            <a:spLocks xmlns:a="http://schemas.openxmlformats.org/drawingml/2006/main" noGrp="1"/>
          </p:cNvSpPr>
          <p:nvPr/>
        </p:nvSpPr>
        <p:spPr>
          <a:xfrm xmlns:a="http://schemas.openxmlformats.org/drawingml/2006/main">
            <a:off x="5943600" y="1876425"/>
            <a:ext cx="85725" cy="2438400"/>
          </a:xfrm>
          <a:custGeom xmlns:a="http://schemas.openxmlformats.org/drawingml/2006/main">
            <a:pathLst>
              <a:path w="85725" h="2438400">
                <a:moveTo>
                  <a:pt x="85725" y="0"/>
                </a:moveTo>
                <a:lnTo>
                  <a:pt x="0" y="0"/>
                </a:lnTo>
                <a:lnTo>
                  <a:pt x="0" y="2438400"/>
                </a:lnTo>
                <a:lnTo>
                  <a:pt x="85725" y="2438400"/>
                </a:lnTo>
              </a:path>
            </a:pathLst>
          </a:custGeom>
          <a:noFill xmlns:a="http://schemas.openxmlformats.org/drawingml/2006/main"/>
          <a:ln xmlns:a="http://schemas.openxmlformats.org/drawingml/2006/main" w="17145">
            <a:solidFill>
              <a:srgbClr val="25333D"/>
            </a:solidFill>
            <a:prstDash val="solid"/>
          </a:ln>
        </p:spPr>
      </p:sp>
      <p:sp>
        <p:nvSpPr>
          <p:cNvPr id="79" name="history-right-bracket-79">
            <a:extLst xmlns:a="http://schemas.openxmlformats.org/drawingml/2006/main">
              <a:ext uri="{FF2B5EF4-FFF2-40B4-BE49-F238E27FC236}">
                <a16:creationId xmlns:a16="http://schemas.microsoft.com/office/drawing/2014/main" id="{399B3403-984F-437C-82F4-40C754664685}"/>
              </a:ext>
            </a:extLst>
          </p:cNvPr>
          <p:cNvSpPr>
            <a:spLocks xmlns:a="http://schemas.openxmlformats.org/drawingml/2006/main" noGrp="1"/>
          </p:cNvSpPr>
          <p:nvPr/>
        </p:nvSpPr>
        <p:spPr>
          <a:xfrm xmlns:a="http://schemas.openxmlformats.org/drawingml/2006/main">
            <a:off x="7134225" y="1876425"/>
            <a:ext cx="85725" cy="2438400"/>
          </a:xfrm>
          <a:custGeom xmlns:a="http://schemas.openxmlformats.org/drawingml/2006/main">
            <a:pathLst>
              <a:path w="85725" h="2438400">
                <a:moveTo>
                  <a:pt x="0" y="0"/>
                </a:moveTo>
                <a:lnTo>
                  <a:pt x="85725" y="0"/>
                </a:lnTo>
                <a:lnTo>
                  <a:pt x="85725" y="2438400"/>
                </a:lnTo>
                <a:lnTo>
                  <a:pt x="0" y="2438400"/>
                </a:lnTo>
              </a:path>
            </a:pathLst>
          </a:custGeom>
          <a:noFill xmlns:a="http://schemas.openxmlformats.org/drawingml/2006/main"/>
          <a:ln xmlns:a="http://schemas.openxmlformats.org/drawingml/2006/main" w="17145">
            <a:solidFill>
              <a:srgbClr val="25333D"/>
            </a:solidFill>
            <a:prstDash val="solid"/>
          </a:ln>
        </p:spPr>
      </p:sp>
      <p:sp>
        <p:nvSpPr>
          <p:cNvPr id="80" name="acceleration-column-80">
            <a:extLst xmlns:a="http://schemas.openxmlformats.org/drawingml/2006/main">
              <a:ext uri="{FF2B5EF4-FFF2-40B4-BE49-F238E27FC236}">
                <a16:creationId xmlns:a16="http://schemas.microsoft.com/office/drawing/2014/main" id="{9DFF5D2E-3BB1-4EA9-82E5-6882E7059845}"/>
              </a:ext>
            </a:extLst>
          </p:cNvPr>
          <p:cNvSpPr>
            <a:spLocks xmlns:a="http://schemas.openxmlformats.org/drawingml/2006/main" noGrp="1"/>
          </p:cNvSpPr>
          <p:nvPr/>
        </p:nvSpPr>
        <p:spPr>
          <a:xfrm xmlns:a="http://schemas.openxmlformats.org/drawingml/2006/main">
            <a:off x="6019800" y="1495425"/>
            <a:ext cx="5429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0">
                <a:solidFill>
                  <a:srgbClr val="347DA9"/>
                </a:solidFill>
                <a:latin typeface="STIX Two Math"/>
                <a:ea typeface="STIX Two Math"/>
                <a:cs typeface="STIX Two Math"/>
              </a:defRPr>
            </a:pPr>
            <a:r>
              <a:rPr sz="2250" b="0">
                <a:solidFill>
                  <a:srgbClr val="347DA9"/>
                </a:solidFill>
                <a:latin typeface="STIX Two Math"/>
                <a:ea typeface="STIX Two Math"/>
                <a:cs typeface="STIX Two Math"/>
              </a:rPr>
              <a:t>a</a:t>
            </a:r>
          </a:p>
        </p:txBody>
      </p:sp>
      <p:sp>
        <p:nvSpPr>
          <p:cNvPr id="81" name="uplift-column-81">
            <a:extLst xmlns:a="http://schemas.openxmlformats.org/drawingml/2006/main">
              <a:ext uri="{FF2B5EF4-FFF2-40B4-BE49-F238E27FC236}">
                <a16:creationId xmlns:a16="http://schemas.microsoft.com/office/drawing/2014/main" id="{9B87BFCE-C6BE-4C21-94DE-D275A925D2E7}"/>
              </a:ext>
            </a:extLst>
          </p:cNvPr>
          <p:cNvSpPr>
            <a:spLocks xmlns:a="http://schemas.openxmlformats.org/drawingml/2006/main" noGrp="1"/>
          </p:cNvSpPr>
          <p:nvPr/>
        </p:nvSpPr>
        <p:spPr>
          <a:xfrm xmlns:a="http://schemas.openxmlformats.org/drawingml/2006/main">
            <a:off x="6600825" y="1495425"/>
            <a:ext cx="5429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0">
                <a:solidFill>
                  <a:srgbClr val="388E80"/>
                </a:solidFill>
                <a:latin typeface="STIX Two Math"/>
                <a:ea typeface="STIX Two Math"/>
                <a:cs typeface="STIX Two Math"/>
              </a:defRPr>
            </a:pPr>
            <a:r>
              <a:rPr sz="2250" b="0">
                <a:solidFill>
                  <a:srgbClr val="388E80"/>
                </a:solidFill>
                <a:latin typeface="STIX Two Math"/>
                <a:ea typeface="STIX Two Math"/>
                <a:cs typeface="STIX Two Math"/>
              </a:rPr>
              <a:t>u</a:t>
            </a:r>
          </a:p>
        </p:txBody>
      </p:sp>
      <p:sp>
        <p:nvSpPr>
          <p:cNvPr id="82" name="first-observation-82">
            <a:extLst xmlns:a="http://schemas.openxmlformats.org/drawingml/2006/main">
              <a:ext uri="{FF2B5EF4-FFF2-40B4-BE49-F238E27FC236}">
                <a16:creationId xmlns:a16="http://schemas.microsoft.com/office/drawing/2014/main" id="{6C6EB601-05A1-402E-87FF-46312F18815E}"/>
              </a:ext>
            </a:extLst>
          </p:cNvPr>
          <p:cNvSpPr>
            <a:spLocks xmlns:a="http://schemas.openxmlformats.org/drawingml/2006/main" noGrp="1"/>
          </p:cNvSpPr>
          <p:nvPr/>
        </p:nvSpPr>
        <p:spPr>
          <a:xfrm xmlns:a="http://schemas.openxmlformats.org/drawingml/2006/main">
            <a:off x="5457825" y="1866900"/>
            <a:ext cx="428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25333D"/>
                </a:solidFill>
                <a:latin typeface="STIX Two Math"/>
                <a:ea typeface="STIX Two Math"/>
                <a:cs typeface="STIX Two Math"/>
              </a:defRPr>
            </a:pPr>
            <a:r>
              <a:rPr sz="2175" b="0">
                <a:solidFill>
                  <a:srgbClr val="25333D"/>
                </a:solidFill>
                <a:latin typeface="STIX Two Math"/>
                <a:ea typeface="STIX Two Math"/>
                <a:cs typeface="STIX Two Math"/>
              </a:rPr>
              <a:t>x₀</a:t>
            </a:r>
          </a:p>
        </p:txBody>
      </p:sp>
      <p:sp>
        <p:nvSpPr>
          <p:cNvPr id="83" name="last-observation-83">
            <a:extLst xmlns:a="http://schemas.openxmlformats.org/drawingml/2006/main">
              <a:ext uri="{FF2B5EF4-FFF2-40B4-BE49-F238E27FC236}">
                <a16:creationId xmlns:a16="http://schemas.microsoft.com/office/drawing/2014/main" id="{05AEB457-531A-4C6F-8509-7D96F56702EC}"/>
              </a:ext>
            </a:extLst>
          </p:cNvPr>
          <p:cNvSpPr>
            <a:spLocks xmlns:a="http://schemas.openxmlformats.org/drawingml/2006/main" noGrp="1"/>
          </p:cNvSpPr>
          <p:nvPr/>
        </p:nvSpPr>
        <p:spPr>
          <a:xfrm xmlns:a="http://schemas.openxmlformats.org/drawingml/2006/main">
            <a:off x="5210175" y="4067175"/>
            <a:ext cx="685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25333D"/>
                </a:solidFill>
                <a:latin typeface="STIX Two Math"/>
                <a:ea typeface="STIX Two Math"/>
                <a:cs typeface="STIX Two Math"/>
              </a:defRPr>
            </a:pPr>
            <a:r>
              <a:rPr sz="2175" b="0">
                <a:solidFill>
                  <a:srgbClr val="25333D"/>
                </a:solidFill>
                <a:latin typeface="STIX Two Math"/>
                <a:ea typeface="STIX Two Math"/>
                <a:cs typeface="STIX Two Math"/>
              </a:rPr>
              <a:t>xₘ₋₁</a:t>
            </a:r>
          </a:p>
        </p:txBody>
      </p:sp>
      <p:sp>
        <p:nvSpPr>
          <p:cNvPr id="84" name="history-size-84">
            <a:extLst xmlns:a="http://schemas.openxmlformats.org/drawingml/2006/main">
              <a:ext uri="{FF2B5EF4-FFF2-40B4-BE49-F238E27FC236}">
                <a16:creationId xmlns:a16="http://schemas.microsoft.com/office/drawing/2014/main" id="{62463E52-E4DC-4DA2-9194-36FAECD47B81}"/>
              </a:ext>
            </a:extLst>
          </p:cNvPr>
          <p:cNvSpPr>
            <a:spLocks xmlns:a="http://schemas.openxmlformats.org/drawingml/2006/main" noGrp="1"/>
          </p:cNvSpPr>
          <p:nvPr/>
        </p:nvSpPr>
        <p:spPr>
          <a:xfrm xmlns:a="http://schemas.openxmlformats.org/drawingml/2006/main">
            <a:off x="5229225" y="4562475"/>
            <a:ext cx="27241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0">
                <a:solidFill>
                  <a:srgbClr val="25333D"/>
                </a:solidFill>
                <a:latin typeface="Arial"/>
                <a:ea typeface="Arial"/>
                <a:cs typeface="Arial"/>
              </a:defRPr>
            </a:pPr>
            <a:r>
              <a:rPr sz="1875" b="0">
                <a:solidFill>
                  <a:srgbClr val="25333D"/>
                </a:solidFill>
                <a:latin typeface="Arial"/>
                <a:ea typeface="Arial"/>
                <a:cs typeface="Arial"/>
              </a:rPr>
              <a:t>m historical samples</a:t>
            </a:r>
          </a:p>
        </p:txBody>
      </p:sp>
      <p:sp>
        <p:nvSpPr>
          <p:cNvPr id="85" name="scaling-note-85">
            <a:extLst xmlns:a="http://schemas.openxmlformats.org/drawingml/2006/main">
              <a:ext uri="{FF2B5EF4-FFF2-40B4-BE49-F238E27FC236}">
                <a16:creationId xmlns:a16="http://schemas.microsoft.com/office/drawing/2014/main" id="{1F912698-0139-4CF5-AB58-53D477C5973A}"/>
              </a:ext>
            </a:extLst>
          </p:cNvPr>
          <p:cNvSpPr>
            <a:spLocks xmlns:a="http://schemas.openxmlformats.org/drawingml/2006/main" noGrp="1"/>
          </p:cNvSpPr>
          <p:nvPr/>
        </p:nvSpPr>
        <p:spPr>
          <a:xfrm xmlns:a="http://schemas.openxmlformats.org/drawingml/2006/main">
            <a:off x="5229225" y="4972050"/>
            <a:ext cx="2724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61737E"/>
                </a:solidFill>
                <a:latin typeface="Arial"/>
                <a:ea typeface="Arial"/>
                <a:cs typeface="Arial"/>
              </a:defRPr>
            </a:pPr>
            <a:r>
              <a:rPr sz="1650" b="0">
                <a:solidFill>
                  <a:srgbClr val="61737E"/>
                </a:solidFill>
                <a:latin typeface="Arial"/>
                <a:ea typeface="Arial"/>
                <a:cs typeface="Arial"/>
              </a:rPr>
              <a:t>Training-only scaling</a:t>
            </a:r>
          </a:p>
        </p:txBody>
      </p:sp>
      <p:sp>
        <p:nvSpPr>
          <p:cNvPr id="86" name="system-to-history-86">
            <a:extLst xmlns:a="http://schemas.openxmlformats.org/drawingml/2006/main">
              <a:ext uri="{FF2B5EF4-FFF2-40B4-BE49-F238E27FC236}">
                <a16:creationId xmlns:a16="http://schemas.microsoft.com/office/drawing/2014/main" id="{B463DFDE-F4BE-45E0-AE2A-362D29864D48}"/>
              </a:ext>
            </a:extLst>
          </p:cNvPr>
          <p:cNvSpPr>
            <a:spLocks xmlns:a="http://schemas.openxmlformats.org/drawingml/2006/main" noGrp="1"/>
          </p:cNvSpPr>
          <p:nvPr/>
        </p:nvSpPr>
        <p:spPr>
          <a:xfrm xmlns:a="http://schemas.openxmlformats.org/drawingml/2006/main">
            <a:off x="4543425" y="3724275"/>
            <a:ext cx="904875" cy="953"/>
          </a:xfrm>
          <a:custGeom xmlns:a="http://schemas.openxmlformats.org/drawingml/2006/main">
            <a:pathLst>
              <a:path w="904875" h="953">
                <a:moveTo>
                  <a:pt x="0" y="0"/>
                </a:moveTo>
                <a:lnTo>
                  <a:pt x="904875" y="0"/>
                </a:lnTo>
              </a:path>
            </a:pathLst>
          </a:custGeom>
          <a:noFill xmlns:a="http://schemas.openxmlformats.org/drawingml/2006/main"/>
          <a:ln xmlns:a="http://schemas.openxmlformats.org/drawingml/2006/main" w="26670">
            <a:solidFill>
              <a:srgbClr val="347DA9"/>
            </a:solidFill>
            <a:prstDash val="solid"/>
          </a:ln>
        </p:spPr>
      </p:sp>
      <p:sp>
        <p:nvSpPr>
          <p:cNvPr id="87" name="system-to-history-arrowhead-87">
            <a:extLst xmlns:a="http://schemas.openxmlformats.org/drawingml/2006/main">
              <a:ext uri="{FF2B5EF4-FFF2-40B4-BE49-F238E27FC236}">
                <a16:creationId xmlns:a16="http://schemas.microsoft.com/office/drawing/2014/main" id="{D3CB3882-E0C1-4C57-AE52-3998663C2BCA}"/>
              </a:ext>
            </a:extLst>
          </p:cNvPr>
          <p:cNvSpPr>
            <a:spLocks xmlns:a="http://schemas.openxmlformats.org/drawingml/2006/main" noGrp="1"/>
          </p:cNvSpPr>
          <p:nvPr/>
        </p:nvSpPr>
        <p:spPr>
          <a:xfrm xmlns:a="http://schemas.openxmlformats.org/drawingml/2006/main">
            <a:off x="5362575" y="3683127"/>
            <a:ext cx="85725" cy="82296"/>
          </a:xfrm>
          <a:custGeom xmlns:a="http://schemas.openxmlformats.org/drawingml/2006/main">
            <a:pathLst>
              <a:path w="85725" h="82296">
                <a:moveTo>
                  <a:pt x="85725" y="41148"/>
                </a:moveTo>
                <a:lnTo>
                  <a:pt x="0" y="82296"/>
                </a:lnTo>
                <a:lnTo>
                  <a:pt x="0" y="0"/>
                </a:lnTo>
                <a:close/>
              </a:path>
            </a:pathLst>
          </a:custGeom>
          <a:solidFill xmlns:a="http://schemas.openxmlformats.org/drawingml/2006/main">
            <a:srgbClr val="347DA9"/>
          </a:solidFill>
          <a:ln xmlns:a="http://schemas.openxmlformats.org/drawingml/2006/main" w="0">
            <a:solidFill>
              <a:srgbClr val="347DA9"/>
            </a:solidFill>
            <a:prstDash val="solid"/>
          </a:ln>
        </p:spPr>
      </p:sp>
      <p:sp>
        <p:nvSpPr>
          <p:cNvPr id="88" name="history-to-model-88">
            <a:extLst xmlns:a="http://schemas.openxmlformats.org/drawingml/2006/main">
              <a:ext uri="{FF2B5EF4-FFF2-40B4-BE49-F238E27FC236}">
                <a16:creationId xmlns:a16="http://schemas.microsoft.com/office/drawing/2014/main" id="{1A939D7D-FD42-45A2-B551-0A5408C68560}"/>
              </a:ext>
            </a:extLst>
          </p:cNvPr>
          <p:cNvSpPr>
            <a:spLocks xmlns:a="http://schemas.openxmlformats.org/drawingml/2006/main" noGrp="1"/>
          </p:cNvSpPr>
          <p:nvPr/>
        </p:nvSpPr>
        <p:spPr>
          <a:xfrm xmlns:a="http://schemas.openxmlformats.org/drawingml/2006/main">
            <a:off x="7315200" y="3286125"/>
            <a:ext cx="1419225" cy="953"/>
          </a:xfrm>
          <a:custGeom xmlns:a="http://schemas.openxmlformats.org/drawingml/2006/main">
            <a:pathLst>
              <a:path w="1419225" h="953">
                <a:moveTo>
                  <a:pt x="0" y="0"/>
                </a:moveTo>
                <a:lnTo>
                  <a:pt x="1419225" y="0"/>
                </a:lnTo>
              </a:path>
            </a:pathLst>
          </a:custGeom>
          <a:noFill xmlns:a="http://schemas.openxmlformats.org/drawingml/2006/main"/>
          <a:ln xmlns:a="http://schemas.openxmlformats.org/drawingml/2006/main" w="26670">
            <a:solidFill>
              <a:srgbClr val="347DA9"/>
            </a:solidFill>
            <a:prstDash val="solid"/>
          </a:ln>
        </p:spPr>
      </p:sp>
      <p:sp>
        <p:nvSpPr>
          <p:cNvPr id="89" name="history-to-model-arrowhead-89">
            <a:extLst xmlns:a="http://schemas.openxmlformats.org/drawingml/2006/main">
              <a:ext uri="{FF2B5EF4-FFF2-40B4-BE49-F238E27FC236}">
                <a16:creationId xmlns:a16="http://schemas.microsoft.com/office/drawing/2014/main" id="{56F065EE-5A7A-4E22-9C52-0989A097167E}"/>
              </a:ext>
            </a:extLst>
          </p:cNvPr>
          <p:cNvSpPr>
            <a:spLocks xmlns:a="http://schemas.openxmlformats.org/drawingml/2006/main" noGrp="1"/>
          </p:cNvSpPr>
          <p:nvPr/>
        </p:nvSpPr>
        <p:spPr>
          <a:xfrm xmlns:a="http://schemas.openxmlformats.org/drawingml/2006/main">
            <a:off x="8648700" y="3244977"/>
            <a:ext cx="85725" cy="82296"/>
          </a:xfrm>
          <a:custGeom xmlns:a="http://schemas.openxmlformats.org/drawingml/2006/main">
            <a:pathLst>
              <a:path w="85725" h="82296">
                <a:moveTo>
                  <a:pt x="85725" y="41148"/>
                </a:moveTo>
                <a:lnTo>
                  <a:pt x="0" y="82296"/>
                </a:lnTo>
                <a:lnTo>
                  <a:pt x="0" y="0"/>
                </a:lnTo>
                <a:close/>
              </a:path>
            </a:pathLst>
          </a:custGeom>
          <a:solidFill xmlns:a="http://schemas.openxmlformats.org/drawingml/2006/main">
            <a:srgbClr val="347DA9"/>
          </a:solidFill>
          <a:ln xmlns:a="http://schemas.openxmlformats.org/drawingml/2006/main" w="0">
            <a:solidFill>
              <a:srgbClr val="347DA9"/>
            </a:solidFill>
            <a:prstDash val="solid"/>
          </a:ln>
        </p:spPr>
      </p:sp>
      <p:sp>
        <p:nvSpPr>
          <p:cNvPr id="90" name="input-information-90">
            <a:extLst xmlns:a="http://schemas.openxmlformats.org/drawingml/2006/main">
              <a:ext uri="{FF2B5EF4-FFF2-40B4-BE49-F238E27FC236}">
                <a16:creationId xmlns:a16="http://schemas.microsoft.com/office/drawing/2014/main" id="{B27B5FC4-5DC5-47EE-BF7E-9E734BFE7A12}"/>
              </a:ext>
            </a:extLst>
          </p:cNvPr>
          <p:cNvSpPr>
            <a:spLocks xmlns:a="http://schemas.openxmlformats.org/drawingml/2006/main" noGrp="1"/>
          </p:cNvSpPr>
          <p:nvPr/>
        </p:nvSpPr>
        <p:spPr>
          <a:xfrm xmlns:a="http://schemas.openxmlformats.org/drawingml/2006/main">
            <a:off x="7439025" y="2905125"/>
            <a:ext cx="11525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347DA9"/>
                </a:solidFill>
                <a:latin typeface="Arial"/>
                <a:ea typeface="Arial"/>
                <a:cs typeface="Arial"/>
              </a:defRPr>
            </a:pPr>
            <a:r>
              <a:rPr sz="1650" b="0">
                <a:solidFill>
                  <a:srgbClr val="347DA9"/>
                </a:solidFill>
                <a:latin typeface="Arial"/>
                <a:ea typeface="Arial"/>
                <a:cs typeface="Arial"/>
              </a:rPr>
              <a:t>a, u only</a:t>
            </a:r>
          </a:p>
        </p:txBody>
      </p:sp>
      <p:sp>
        <p:nvSpPr>
          <p:cNvPr id="91" name="pgnd-container-91">
            <a:extLst xmlns:a="http://schemas.openxmlformats.org/drawingml/2006/main">
              <a:ext uri="{FF2B5EF4-FFF2-40B4-BE49-F238E27FC236}">
                <a16:creationId xmlns:a16="http://schemas.microsoft.com/office/drawing/2014/main" id="{83B55A54-8619-4557-9BC4-6721CFE65F36}"/>
              </a:ext>
            </a:extLst>
          </p:cNvPr>
          <p:cNvSpPr>
            <a:spLocks xmlns:a="http://schemas.openxmlformats.org/drawingml/2006/main" noGrp="1"/>
          </p:cNvSpPr>
          <p:nvPr/>
        </p:nvSpPr>
        <p:spPr>
          <a:xfrm xmlns:a="http://schemas.openxmlformats.org/drawingml/2006/main">
            <a:off x="8734425" y="1943100"/>
            <a:ext cx="2790825" cy="2771775"/>
          </a:xfrm>
          <a:prstGeom xmlns:a="http://schemas.openxmlformats.org/drawingml/2006/main" prst="rect">
            <a:avLst/>
          </a:prstGeom>
          <a:solidFill xmlns:a="http://schemas.openxmlformats.org/drawingml/2006/main">
            <a:srgbClr val="FFFFFF"/>
          </a:solidFill>
          <a:ln xmlns:a="http://schemas.openxmlformats.org/drawingml/2006/main" w="16193">
            <a:solidFill>
              <a:srgbClr val="347DA9"/>
            </a:solidFill>
            <a:prstDash val="solid"/>
          </a:ln>
        </p:spPr>
      </p:sp>
      <p:sp>
        <p:nvSpPr>
          <p:cNvPr id="92" name="pgnd-label-92">
            <a:extLst xmlns:a="http://schemas.openxmlformats.org/drawingml/2006/main">
              <a:ext uri="{FF2B5EF4-FFF2-40B4-BE49-F238E27FC236}">
                <a16:creationId xmlns:a16="http://schemas.microsoft.com/office/drawing/2014/main" id="{0C92B073-5329-4464-ADCC-38E1292A064C}"/>
              </a:ext>
            </a:extLst>
          </p:cNvPr>
          <p:cNvSpPr>
            <a:spLocks xmlns:a="http://schemas.openxmlformats.org/drawingml/2006/main" noGrp="1"/>
          </p:cNvSpPr>
          <p:nvPr/>
        </p:nvSpPr>
        <p:spPr>
          <a:xfrm xmlns:a="http://schemas.openxmlformats.org/drawingml/2006/main">
            <a:off x="9039225" y="2095500"/>
            <a:ext cx="21717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700" b="1">
                <a:solidFill>
                  <a:srgbClr val="25333D"/>
                </a:solidFill>
                <a:latin typeface="Arial"/>
                <a:ea typeface="Arial"/>
                <a:cs typeface="Arial"/>
              </a:defRPr>
            </a:pPr>
            <a:r>
              <a:rPr sz="2700" b="1">
                <a:solidFill>
                  <a:srgbClr val="25333D"/>
                </a:solidFill>
                <a:latin typeface="Arial"/>
                <a:ea typeface="Arial"/>
                <a:cs typeface="Arial"/>
              </a:rPr>
              <a:t>PGND</a:t>
            </a:r>
          </a:p>
        </p:txBody>
      </p:sp>
      <p:sp>
        <p:nvSpPr>
          <p:cNvPr id="93" name="direct-overview-93">
            <a:extLst xmlns:a="http://schemas.openxmlformats.org/drawingml/2006/main">
              <a:ext uri="{FF2B5EF4-FFF2-40B4-BE49-F238E27FC236}">
                <a16:creationId xmlns:a16="http://schemas.microsoft.com/office/drawing/2014/main" id="{813FCB12-CAAA-458F-AA4A-1D5F5281CBC1}"/>
              </a:ext>
            </a:extLst>
          </p:cNvPr>
          <p:cNvSpPr>
            <a:spLocks xmlns:a="http://schemas.openxmlformats.org/drawingml/2006/main" noGrp="1"/>
          </p:cNvSpPr>
          <p:nvPr/>
        </p:nvSpPr>
        <p:spPr>
          <a:xfrm xmlns:a="http://schemas.openxmlformats.org/drawingml/2006/main">
            <a:off x="8991600" y="2762250"/>
            <a:ext cx="1524000" cy="457200"/>
          </a:xfrm>
          <a:prstGeom xmlns:a="http://schemas.openxmlformats.org/drawingml/2006/main" prst="rect">
            <a:avLst/>
          </a:prstGeom>
          <a:solidFill xmlns:a="http://schemas.openxmlformats.org/drawingml/2006/main">
            <a:srgbClr val="E9F2F8"/>
          </a:solidFill>
          <a:ln xmlns:a="http://schemas.openxmlformats.org/drawingml/2006/main" w="11430">
            <a:solidFill>
              <a:srgbClr val="347DA9"/>
            </a:solidFill>
            <a:prstDash val="solid"/>
          </a:ln>
        </p:spPr>
      </p:sp>
      <p:sp>
        <p:nvSpPr>
          <p:cNvPr id="94" name="direct-overview-label-94">
            <a:extLst xmlns:a="http://schemas.openxmlformats.org/drawingml/2006/main">
              <a:ext uri="{FF2B5EF4-FFF2-40B4-BE49-F238E27FC236}">
                <a16:creationId xmlns:a16="http://schemas.microsoft.com/office/drawing/2014/main" id="{B48F0F4E-8F61-431B-BF70-42214DEF72A6}"/>
              </a:ext>
            </a:extLst>
          </p:cNvPr>
          <p:cNvSpPr>
            <a:spLocks xmlns:a="http://schemas.openxmlformats.org/drawingml/2006/main" noGrp="1"/>
          </p:cNvSpPr>
          <p:nvPr/>
        </p:nvSpPr>
        <p:spPr>
          <a:xfrm xmlns:a="http://schemas.openxmlformats.org/drawingml/2006/main">
            <a:off x="9039225" y="2800350"/>
            <a:ext cx="1428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a:solidFill>
                  <a:srgbClr val="347DA9"/>
                </a:solidFill>
                <a:latin typeface="Arial"/>
                <a:ea typeface="Arial"/>
                <a:cs typeface="Arial"/>
              </a:defRPr>
            </a:pPr>
            <a:r>
              <a:rPr sz="1575" b="0">
                <a:solidFill>
                  <a:srgbClr val="347DA9"/>
                </a:solidFill>
                <a:latin typeface="Arial"/>
                <a:ea typeface="Arial"/>
                <a:cs typeface="Arial"/>
              </a:rPr>
              <a:t>Direct readout</a:t>
            </a:r>
          </a:p>
        </p:txBody>
      </p:sp>
      <p:sp>
        <p:nvSpPr>
          <p:cNvPr id="95" name="latent-overview-95">
            <a:extLst xmlns:a="http://schemas.openxmlformats.org/drawingml/2006/main">
              <a:ext uri="{FF2B5EF4-FFF2-40B4-BE49-F238E27FC236}">
                <a16:creationId xmlns:a16="http://schemas.microsoft.com/office/drawing/2014/main" id="{9E421C42-2EBC-472E-96E0-EEAF5863AAE0}"/>
              </a:ext>
            </a:extLst>
          </p:cNvPr>
          <p:cNvSpPr>
            <a:spLocks xmlns:a="http://schemas.openxmlformats.org/drawingml/2006/main" noGrp="1"/>
          </p:cNvSpPr>
          <p:nvPr/>
        </p:nvSpPr>
        <p:spPr>
          <a:xfrm xmlns:a="http://schemas.openxmlformats.org/drawingml/2006/main">
            <a:off x="8991600" y="3609975"/>
            <a:ext cx="1524000" cy="704850"/>
          </a:xfrm>
          <a:prstGeom xmlns:a="http://schemas.openxmlformats.org/drawingml/2006/main" prst="rect">
            <a:avLst/>
          </a:prstGeom>
          <a:solidFill xmlns:a="http://schemas.openxmlformats.org/drawingml/2006/main">
            <a:srgbClr val="E8F4EF"/>
          </a:solidFill>
          <a:ln xmlns:a="http://schemas.openxmlformats.org/drawingml/2006/main" w="11430">
            <a:solidFill>
              <a:srgbClr val="388E80"/>
            </a:solidFill>
            <a:prstDash val="solid"/>
          </a:ln>
        </p:spPr>
      </p:sp>
      <p:sp>
        <p:nvSpPr>
          <p:cNvPr id="96" name="latent-overview-label-96">
            <a:extLst xmlns:a="http://schemas.openxmlformats.org/drawingml/2006/main">
              <a:ext uri="{FF2B5EF4-FFF2-40B4-BE49-F238E27FC236}">
                <a16:creationId xmlns:a16="http://schemas.microsoft.com/office/drawing/2014/main" id="{1733E92F-1E08-4B48-95CB-356721A007A9}"/>
              </a:ext>
            </a:extLst>
          </p:cNvPr>
          <p:cNvSpPr>
            <a:spLocks xmlns:a="http://schemas.openxmlformats.org/drawingml/2006/main" noGrp="1"/>
          </p:cNvSpPr>
          <p:nvPr/>
        </p:nvSpPr>
        <p:spPr>
          <a:xfrm xmlns:a="http://schemas.openxmlformats.org/drawingml/2006/main">
            <a:off x="9048750" y="3686175"/>
            <a:ext cx="1409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a:solidFill>
                  <a:srgbClr val="388E80"/>
                </a:solidFill>
                <a:latin typeface="Arial"/>
                <a:ea typeface="Arial"/>
                <a:cs typeface="Arial"/>
              </a:defRPr>
            </a:pPr>
            <a:r>
              <a:rPr sz="1575" b="0">
                <a:solidFill>
                  <a:srgbClr val="388E80"/>
                </a:solidFill>
                <a:latin typeface="Arial"/>
                <a:ea typeface="Arial"/>
                <a:cs typeface="Arial"/>
              </a:rPr>
              <a:t>Latent dynamics</a:t>
            </a:r>
          </a:p>
        </p:txBody>
      </p:sp>
      <p:sp>
        <p:nvSpPr>
          <p:cNvPr id="97" name="latent-overview-state-97">
            <a:extLst xmlns:a="http://schemas.openxmlformats.org/drawingml/2006/main">
              <a:ext uri="{FF2B5EF4-FFF2-40B4-BE49-F238E27FC236}">
                <a16:creationId xmlns:a16="http://schemas.microsoft.com/office/drawing/2014/main" id="{F2682678-9610-4076-984F-50518EB31EBF}"/>
              </a:ext>
            </a:extLst>
          </p:cNvPr>
          <p:cNvSpPr>
            <a:spLocks xmlns:a="http://schemas.openxmlformats.org/drawingml/2006/main" noGrp="1"/>
          </p:cNvSpPr>
          <p:nvPr/>
        </p:nvSpPr>
        <p:spPr>
          <a:xfrm xmlns:a="http://schemas.openxmlformats.org/drawingml/2006/main">
            <a:off x="9048750" y="3962400"/>
            <a:ext cx="1409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388E80"/>
                </a:solidFill>
                <a:latin typeface="STIX Two Math"/>
                <a:ea typeface="STIX Two Math"/>
                <a:cs typeface="STIX Two Math"/>
              </a:defRPr>
            </a:pPr>
            <a:r>
              <a:rPr sz="1800" b="0">
                <a:solidFill>
                  <a:srgbClr val="388E80"/>
                </a:solidFill>
                <a:latin typeface="STIX Two Math"/>
                <a:ea typeface="STIX Two Math"/>
                <a:cs typeface="STIX Two Math"/>
              </a:rPr>
              <a:t>z = [q, v]</a:t>
            </a:r>
          </a:p>
        </p:txBody>
      </p:sp>
      <p:sp>
        <p:nvSpPr>
          <p:cNvPr id="98" name="overview-branch-98">
            <a:extLst xmlns:a="http://schemas.openxmlformats.org/drawingml/2006/main">
              <a:ext uri="{FF2B5EF4-FFF2-40B4-BE49-F238E27FC236}">
                <a16:creationId xmlns:a16="http://schemas.microsoft.com/office/drawing/2014/main" id="{620C0D29-D3FF-4875-A4C9-B026EF233978}"/>
              </a:ext>
            </a:extLst>
          </p:cNvPr>
          <p:cNvSpPr>
            <a:spLocks xmlns:a="http://schemas.openxmlformats.org/drawingml/2006/main" noGrp="1"/>
          </p:cNvSpPr>
          <p:nvPr/>
        </p:nvSpPr>
        <p:spPr>
          <a:xfrm xmlns:a="http://schemas.openxmlformats.org/drawingml/2006/main">
            <a:off x="8839200" y="3267075"/>
            <a:ext cx="57150" cy="57150"/>
          </a:xfrm>
          <a:prstGeom xmlns:a="http://schemas.openxmlformats.org/drawingml/2006/main" prst="ellipse">
            <a:avLst/>
          </a:prstGeom>
          <a:solidFill xmlns:a="http://schemas.openxmlformats.org/drawingml/2006/main">
            <a:srgbClr val="347DA9"/>
          </a:solidFill>
          <a:ln xmlns:a="http://schemas.openxmlformats.org/drawingml/2006/main" w="0">
            <a:solidFill>
              <a:srgbClr val="347DA9"/>
            </a:solidFill>
          </a:ln>
        </p:spPr>
      </p:sp>
      <p:sp>
        <p:nvSpPr>
          <p:cNvPr id="99" name="overview-direct-input-99">
            <a:extLst xmlns:a="http://schemas.openxmlformats.org/drawingml/2006/main">
              <a:ext uri="{FF2B5EF4-FFF2-40B4-BE49-F238E27FC236}">
                <a16:creationId xmlns:a16="http://schemas.microsoft.com/office/drawing/2014/main" id="{47B94321-3D7E-44D2-83DF-60AD024993F7}"/>
              </a:ext>
            </a:extLst>
          </p:cNvPr>
          <p:cNvSpPr>
            <a:spLocks xmlns:a="http://schemas.openxmlformats.org/drawingml/2006/main" noGrp="1"/>
          </p:cNvSpPr>
          <p:nvPr/>
        </p:nvSpPr>
        <p:spPr>
          <a:xfrm xmlns:a="http://schemas.openxmlformats.org/drawingml/2006/main">
            <a:off x="8867775" y="2990850"/>
            <a:ext cx="123825" cy="304800"/>
          </a:xfrm>
          <a:custGeom xmlns:a="http://schemas.openxmlformats.org/drawingml/2006/main">
            <a:pathLst>
              <a:path w="123825" h="304800">
                <a:moveTo>
                  <a:pt x="0" y="304800"/>
                </a:moveTo>
                <a:lnTo>
                  <a:pt x="0" y="0"/>
                </a:lnTo>
                <a:lnTo>
                  <a:pt x="123825" y="0"/>
                </a:lnTo>
              </a:path>
            </a:pathLst>
          </a:custGeom>
          <a:noFill xmlns:a="http://schemas.openxmlformats.org/drawingml/2006/main"/>
          <a:ln xmlns:a="http://schemas.openxmlformats.org/drawingml/2006/main" w="17145">
            <a:solidFill>
              <a:srgbClr val="347DA9"/>
            </a:solidFill>
            <a:prstDash val="solid"/>
          </a:ln>
        </p:spPr>
      </p:sp>
      <p:sp>
        <p:nvSpPr>
          <p:cNvPr id="100" name="overview-direct-input-arrowhead-100">
            <a:extLst xmlns:a="http://schemas.openxmlformats.org/drawingml/2006/main">
              <a:ext uri="{FF2B5EF4-FFF2-40B4-BE49-F238E27FC236}">
                <a16:creationId xmlns:a16="http://schemas.microsoft.com/office/drawing/2014/main" id="{C72989AE-A353-486E-BBAC-1D60E422B375}"/>
              </a:ext>
            </a:extLst>
          </p:cNvPr>
          <p:cNvSpPr>
            <a:spLocks xmlns:a="http://schemas.openxmlformats.org/drawingml/2006/main" noGrp="1"/>
          </p:cNvSpPr>
          <p:nvPr/>
        </p:nvSpPr>
        <p:spPr>
          <a:xfrm xmlns:a="http://schemas.openxmlformats.org/drawingml/2006/main">
            <a:off x="8934450" y="2963418"/>
            <a:ext cx="57150" cy="54864"/>
          </a:xfrm>
          <a:custGeom xmlns:a="http://schemas.openxmlformats.org/drawingml/2006/main">
            <a:pathLst>
              <a:path w="57150" h="54864">
                <a:moveTo>
                  <a:pt x="57150" y="27432"/>
                </a:moveTo>
                <a:lnTo>
                  <a:pt x="0" y="54864"/>
                </a:lnTo>
                <a:lnTo>
                  <a:pt x="0" y="0"/>
                </a:lnTo>
                <a:close/>
              </a:path>
            </a:pathLst>
          </a:custGeom>
          <a:solidFill xmlns:a="http://schemas.openxmlformats.org/drawingml/2006/main">
            <a:srgbClr val="347DA9"/>
          </a:solidFill>
          <a:ln xmlns:a="http://schemas.openxmlformats.org/drawingml/2006/main" w="0">
            <a:solidFill>
              <a:srgbClr val="347DA9"/>
            </a:solidFill>
            <a:prstDash val="solid"/>
          </a:ln>
        </p:spPr>
      </p:sp>
      <p:sp>
        <p:nvSpPr>
          <p:cNvPr id="101" name="overview-dynamics-input-101">
            <a:extLst xmlns:a="http://schemas.openxmlformats.org/drawingml/2006/main">
              <a:ext uri="{FF2B5EF4-FFF2-40B4-BE49-F238E27FC236}">
                <a16:creationId xmlns:a16="http://schemas.microsoft.com/office/drawing/2014/main" id="{2EB3E25A-3101-4FFD-8E1A-103C28BA2318}"/>
              </a:ext>
            </a:extLst>
          </p:cNvPr>
          <p:cNvSpPr>
            <a:spLocks xmlns:a="http://schemas.openxmlformats.org/drawingml/2006/main" noGrp="1"/>
          </p:cNvSpPr>
          <p:nvPr/>
        </p:nvSpPr>
        <p:spPr>
          <a:xfrm xmlns:a="http://schemas.openxmlformats.org/drawingml/2006/main">
            <a:off x="8867775" y="3295650"/>
            <a:ext cx="123825" cy="666750"/>
          </a:xfrm>
          <a:custGeom xmlns:a="http://schemas.openxmlformats.org/drawingml/2006/main">
            <a:pathLst>
              <a:path w="123825" h="666750">
                <a:moveTo>
                  <a:pt x="0" y="0"/>
                </a:moveTo>
                <a:lnTo>
                  <a:pt x="0" y="666750"/>
                </a:lnTo>
                <a:lnTo>
                  <a:pt x="123825" y="666750"/>
                </a:lnTo>
              </a:path>
            </a:pathLst>
          </a:custGeom>
          <a:noFill xmlns:a="http://schemas.openxmlformats.org/drawingml/2006/main"/>
          <a:ln xmlns:a="http://schemas.openxmlformats.org/drawingml/2006/main" w="17145">
            <a:solidFill>
              <a:srgbClr val="388E80"/>
            </a:solidFill>
            <a:prstDash val="solid"/>
          </a:ln>
        </p:spPr>
      </p:sp>
      <p:sp>
        <p:nvSpPr>
          <p:cNvPr id="102" name="overview-dynamics-input-arrowhead-102">
            <a:extLst xmlns:a="http://schemas.openxmlformats.org/drawingml/2006/main">
              <a:ext uri="{FF2B5EF4-FFF2-40B4-BE49-F238E27FC236}">
                <a16:creationId xmlns:a16="http://schemas.microsoft.com/office/drawing/2014/main" id="{E15632A6-4D3C-4346-8CD6-82D15E3F76C2}"/>
              </a:ext>
            </a:extLst>
          </p:cNvPr>
          <p:cNvSpPr>
            <a:spLocks xmlns:a="http://schemas.openxmlformats.org/drawingml/2006/main" noGrp="1"/>
          </p:cNvSpPr>
          <p:nvPr/>
        </p:nvSpPr>
        <p:spPr>
          <a:xfrm xmlns:a="http://schemas.openxmlformats.org/drawingml/2006/main">
            <a:off x="8934450" y="3934968"/>
            <a:ext cx="57150" cy="54864"/>
          </a:xfrm>
          <a:custGeom xmlns:a="http://schemas.openxmlformats.org/drawingml/2006/main">
            <a:pathLst>
              <a:path w="57150" h="54864">
                <a:moveTo>
                  <a:pt x="57150" y="27432"/>
                </a:moveTo>
                <a:lnTo>
                  <a:pt x="0" y="54864"/>
                </a:lnTo>
                <a:lnTo>
                  <a:pt x="0" y="0"/>
                </a:lnTo>
                <a:close/>
              </a:path>
            </a:pathLst>
          </a:custGeom>
          <a:solidFill xmlns:a="http://schemas.openxmlformats.org/drawingml/2006/main">
            <a:srgbClr val="388E80"/>
          </a:solidFill>
          <a:ln xmlns:a="http://schemas.openxmlformats.org/drawingml/2006/main" w="0">
            <a:solidFill>
              <a:srgbClr val="388E80"/>
            </a:solidFill>
            <a:prstDash val="solid"/>
          </a:ln>
        </p:spPr>
      </p:sp>
      <p:sp>
        <p:nvSpPr>
          <p:cNvPr id="103" name="overview-sum-103">
            <a:extLst xmlns:a="http://schemas.openxmlformats.org/drawingml/2006/main">
              <a:ext uri="{FF2B5EF4-FFF2-40B4-BE49-F238E27FC236}">
                <a16:creationId xmlns:a16="http://schemas.microsoft.com/office/drawing/2014/main" id="{BE52FAE1-41FE-4B35-8270-3C608FC8B1AB}"/>
              </a:ext>
            </a:extLst>
          </p:cNvPr>
          <p:cNvSpPr>
            <a:spLocks xmlns:a="http://schemas.openxmlformats.org/drawingml/2006/main" noGrp="1"/>
          </p:cNvSpPr>
          <p:nvPr/>
        </p:nvSpPr>
        <p:spPr>
          <a:xfrm xmlns:a="http://schemas.openxmlformats.org/drawingml/2006/main">
            <a:off x="10868025" y="3133725"/>
            <a:ext cx="400050" cy="400050"/>
          </a:xfrm>
          <a:prstGeom xmlns:a="http://schemas.openxmlformats.org/drawingml/2006/main" prst="ellipse">
            <a:avLst/>
          </a:prstGeom>
          <a:solidFill xmlns:a="http://schemas.openxmlformats.org/drawingml/2006/main">
            <a:srgbClr val="FFFFFF"/>
          </a:solidFill>
          <a:ln xmlns:a="http://schemas.openxmlformats.org/drawingml/2006/main" w="17145">
            <a:solidFill>
              <a:srgbClr val="25333D"/>
            </a:solidFill>
          </a:ln>
        </p:spPr>
      </p:sp>
      <p:sp>
        <p:nvSpPr>
          <p:cNvPr id="104" name="overview-plus-104">
            <a:extLst xmlns:a="http://schemas.openxmlformats.org/drawingml/2006/main">
              <a:ext uri="{FF2B5EF4-FFF2-40B4-BE49-F238E27FC236}">
                <a16:creationId xmlns:a16="http://schemas.microsoft.com/office/drawing/2014/main" id="{A9B3FF6E-6C69-4329-B69B-F7A011A8CA4A}"/>
              </a:ext>
            </a:extLst>
          </p:cNvPr>
          <p:cNvSpPr>
            <a:spLocks xmlns:a="http://schemas.openxmlformats.org/drawingml/2006/main" noGrp="1"/>
          </p:cNvSpPr>
          <p:nvPr/>
        </p:nvSpPr>
        <p:spPr>
          <a:xfrm xmlns:a="http://schemas.openxmlformats.org/drawingml/2006/main">
            <a:off x="10887075" y="3143250"/>
            <a:ext cx="3619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75" b="0">
                <a:solidFill>
                  <a:srgbClr val="25333D"/>
                </a:solidFill>
                <a:latin typeface="Arial"/>
                <a:ea typeface="Arial"/>
                <a:cs typeface="Arial"/>
              </a:defRPr>
            </a:pPr>
            <a:r>
              <a:rPr sz="2475" b="0">
                <a:solidFill>
                  <a:srgbClr val="25333D"/>
                </a:solidFill>
                <a:latin typeface="Arial"/>
                <a:ea typeface="Arial"/>
                <a:cs typeface="Arial"/>
              </a:rPr>
              <a:t>+</a:t>
            </a:r>
          </a:p>
        </p:txBody>
      </p:sp>
      <p:sp>
        <p:nvSpPr>
          <p:cNvPr id="105" name="direct-overview-output-105">
            <a:extLst xmlns:a="http://schemas.openxmlformats.org/drawingml/2006/main">
              <a:ext uri="{FF2B5EF4-FFF2-40B4-BE49-F238E27FC236}">
                <a16:creationId xmlns:a16="http://schemas.microsoft.com/office/drawing/2014/main" id="{77A0305E-1D66-4E53-81F9-929B05A8C18D}"/>
              </a:ext>
            </a:extLst>
          </p:cNvPr>
          <p:cNvSpPr>
            <a:spLocks xmlns:a="http://schemas.openxmlformats.org/drawingml/2006/main" noGrp="1"/>
          </p:cNvSpPr>
          <p:nvPr/>
        </p:nvSpPr>
        <p:spPr>
          <a:xfrm xmlns:a="http://schemas.openxmlformats.org/drawingml/2006/main">
            <a:off x="10515600" y="2990850"/>
            <a:ext cx="552450" cy="142875"/>
          </a:xfrm>
          <a:custGeom xmlns:a="http://schemas.openxmlformats.org/drawingml/2006/main">
            <a:pathLst>
              <a:path w="552450" h="142875">
                <a:moveTo>
                  <a:pt x="0" y="0"/>
                </a:moveTo>
                <a:lnTo>
                  <a:pt x="552450" y="0"/>
                </a:lnTo>
                <a:lnTo>
                  <a:pt x="552450" y="142875"/>
                </a:lnTo>
              </a:path>
            </a:pathLst>
          </a:custGeom>
          <a:noFill xmlns:a="http://schemas.openxmlformats.org/drawingml/2006/main"/>
          <a:ln xmlns:a="http://schemas.openxmlformats.org/drawingml/2006/main" w="18098">
            <a:solidFill>
              <a:srgbClr val="347DA9"/>
            </a:solidFill>
            <a:prstDash val="solid"/>
          </a:ln>
        </p:spPr>
      </p:sp>
      <p:sp>
        <p:nvSpPr>
          <p:cNvPr id="106" name="direct-overview-output-arrowhead-106">
            <a:extLst xmlns:a="http://schemas.openxmlformats.org/drawingml/2006/main">
              <a:ext uri="{FF2B5EF4-FFF2-40B4-BE49-F238E27FC236}">
                <a16:creationId xmlns:a16="http://schemas.microsoft.com/office/drawing/2014/main" id="{A900FDE9-40C7-42DE-AB97-C80428403FAB}"/>
              </a:ext>
            </a:extLst>
          </p:cNvPr>
          <p:cNvSpPr>
            <a:spLocks xmlns:a="http://schemas.openxmlformats.org/drawingml/2006/main" noGrp="1"/>
          </p:cNvSpPr>
          <p:nvPr/>
        </p:nvSpPr>
        <p:spPr>
          <a:xfrm xmlns:a="http://schemas.openxmlformats.org/drawingml/2006/main">
            <a:off x="11036046" y="3067050"/>
            <a:ext cx="64008" cy="66675"/>
          </a:xfrm>
          <a:custGeom xmlns:a="http://schemas.openxmlformats.org/drawingml/2006/main">
            <a:pathLst>
              <a:path w="64008" h="66675">
                <a:moveTo>
                  <a:pt x="32004" y="66675"/>
                </a:moveTo>
                <a:lnTo>
                  <a:pt x="0" y="0"/>
                </a:lnTo>
                <a:lnTo>
                  <a:pt x="64008" y="0"/>
                </a:lnTo>
                <a:close/>
              </a:path>
            </a:pathLst>
          </a:custGeom>
          <a:solidFill xmlns:a="http://schemas.openxmlformats.org/drawingml/2006/main">
            <a:srgbClr val="347DA9"/>
          </a:solidFill>
          <a:ln xmlns:a="http://schemas.openxmlformats.org/drawingml/2006/main" w="0">
            <a:solidFill>
              <a:srgbClr val="347DA9"/>
            </a:solidFill>
            <a:prstDash val="solid"/>
          </a:ln>
        </p:spPr>
      </p:sp>
      <p:sp>
        <p:nvSpPr>
          <p:cNvPr id="107" name="latent-overview-output-107">
            <a:extLst xmlns:a="http://schemas.openxmlformats.org/drawingml/2006/main">
              <a:ext uri="{FF2B5EF4-FFF2-40B4-BE49-F238E27FC236}">
                <a16:creationId xmlns:a16="http://schemas.microsoft.com/office/drawing/2014/main" id="{C7B83356-8C92-483F-92C0-1F6B8EE6F45A}"/>
              </a:ext>
            </a:extLst>
          </p:cNvPr>
          <p:cNvSpPr>
            <a:spLocks xmlns:a="http://schemas.openxmlformats.org/drawingml/2006/main" noGrp="1"/>
          </p:cNvSpPr>
          <p:nvPr/>
        </p:nvSpPr>
        <p:spPr>
          <a:xfrm xmlns:a="http://schemas.openxmlformats.org/drawingml/2006/main">
            <a:off x="10515600" y="3533775"/>
            <a:ext cx="552450" cy="428625"/>
          </a:xfrm>
          <a:custGeom xmlns:a="http://schemas.openxmlformats.org/drawingml/2006/main">
            <a:pathLst>
              <a:path w="552450" h="428625">
                <a:moveTo>
                  <a:pt x="0" y="428625"/>
                </a:moveTo>
                <a:lnTo>
                  <a:pt x="552450" y="428625"/>
                </a:lnTo>
                <a:lnTo>
                  <a:pt x="552450" y="0"/>
                </a:lnTo>
              </a:path>
            </a:pathLst>
          </a:custGeom>
          <a:noFill xmlns:a="http://schemas.openxmlformats.org/drawingml/2006/main"/>
          <a:ln xmlns:a="http://schemas.openxmlformats.org/drawingml/2006/main" w="18098">
            <a:solidFill>
              <a:srgbClr val="388E80"/>
            </a:solidFill>
            <a:prstDash val="solid"/>
          </a:ln>
        </p:spPr>
      </p:sp>
      <p:sp>
        <p:nvSpPr>
          <p:cNvPr id="108" name="latent-overview-output-arrowhead-108">
            <a:extLst xmlns:a="http://schemas.openxmlformats.org/drawingml/2006/main">
              <a:ext uri="{FF2B5EF4-FFF2-40B4-BE49-F238E27FC236}">
                <a16:creationId xmlns:a16="http://schemas.microsoft.com/office/drawing/2014/main" id="{6DAD78DF-2A66-42E5-A307-6ADB8E5126B3}"/>
              </a:ext>
            </a:extLst>
          </p:cNvPr>
          <p:cNvSpPr>
            <a:spLocks xmlns:a="http://schemas.openxmlformats.org/drawingml/2006/main" noGrp="1"/>
          </p:cNvSpPr>
          <p:nvPr/>
        </p:nvSpPr>
        <p:spPr>
          <a:xfrm xmlns:a="http://schemas.openxmlformats.org/drawingml/2006/main">
            <a:off x="11036046" y="3533775"/>
            <a:ext cx="64008" cy="66675"/>
          </a:xfrm>
          <a:custGeom xmlns:a="http://schemas.openxmlformats.org/drawingml/2006/main">
            <a:pathLst>
              <a:path w="64008" h="66675">
                <a:moveTo>
                  <a:pt x="32004" y="0"/>
                </a:moveTo>
                <a:lnTo>
                  <a:pt x="64008" y="66675"/>
                </a:lnTo>
                <a:lnTo>
                  <a:pt x="0" y="66675"/>
                </a:lnTo>
                <a:close/>
              </a:path>
            </a:pathLst>
          </a:custGeom>
          <a:solidFill xmlns:a="http://schemas.openxmlformats.org/drawingml/2006/main">
            <a:srgbClr val="388E80"/>
          </a:solidFill>
          <a:ln xmlns:a="http://schemas.openxmlformats.org/drawingml/2006/main" w="0">
            <a:solidFill>
              <a:srgbClr val="388E80"/>
            </a:solidFill>
            <a:prstDash val="solid"/>
          </a:ln>
        </p:spPr>
      </p:sp>
      <p:sp>
        <p:nvSpPr>
          <p:cNvPr id="109" name="force-prediction-109">
            <a:extLst xmlns:a="http://schemas.openxmlformats.org/drawingml/2006/main">
              <a:ext uri="{FF2B5EF4-FFF2-40B4-BE49-F238E27FC236}">
                <a16:creationId xmlns:a16="http://schemas.microsoft.com/office/drawing/2014/main" id="{8475455C-9688-4A9D-B256-E34A4F087761}"/>
              </a:ext>
            </a:extLst>
          </p:cNvPr>
          <p:cNvSpPr>
            <a:spLocks xmlns:a="http://schemas.openxmlformats.org/drawingml/2006/main" noGrp="1"/>
          </p:cNvSpPr>
          <p:nvPr/>
        </p:nvSpPr>
        <p:spPr>
          <a:xfrm xmlns:a="http://schemas.openxmlformats.org/drawingml/2006/main">
            <a:off x="11268075" y="3333750"/>
            <a:ext cx="1143000" cy="953"/>
          </a:xfrm>
          <a:custGeom xmlns:a="http://schemas.openxmlformats.org/drawingml/2006/main">
            <a:pathLst>
              <a:path w="1143000" h="953">
                <a:moveTo>
                  <a:pt x="0" y="0"/>
                </a:moveTo>
                <a:lnTo>
                  <a:pt x="1143000" y="0"/>
                </a:lnTo>
              </a:path>
            </a:pathLst>
          </a:custGeom>
          <a:noFill xmlns:a="http://schemas.openxmlformats.org/drawingml/2006/main"/>
          <a:ln xmlns:a="http://schemas.openxmlformats.org/drawingml/2006/main" w="26670">
            <a:solidFill>
              <a:srgbClr val="25333D"/>
            </a:solidFill>
            <a:prstDash val="solid"/>
          </a:ln>
        </p:spPr>
      </p:sp>
      <p:sp>
        <p:nvSpPr>
          <p:cNvPr id="110" name="force-prediction-arrowhead-110">
            <a:extLst xmlns:a="http://schemas.openxmlformats.org/drawingml/2006/main">
              <a:ext uri="{FF2B5EF4-FFF2-40B4-BE49-F238E27FC236}">
                <a16:creationId xmlns:a16="http://schemas.microsoft.com/office/drawing/2014/main" id="{38CEFCBC-7160-45DF-A7FB-96AC3BCB2B4E}"/>
              </a:ext>
            </a:extLst>
          </p:cNvPr>
          <p:cNvSpPr>
            <a:spLocks xmlns:a="http://schemas.openxmlformats.org/drawingml/2006/main" noGrp="1"/>
          </p:cNvSpPr>
          <p:nvPr/>
        </p:nvSpPr>
        <p:spPr>
          <a:xfrm xmlns:a="http://schemas.openxmlformats.org/drawingml/2006/main">
            <a:off x="12325350" y="3292602"/>
            <a:ext cx="85725" cy="82296"/>
          </a:xfrm>
          <a:custGeom xmlns:a="http://schemas.openxmlformats.org/drawingml/2006/main">
            <a:pathLst>
              <a:path w="85725" h="82296">
                <a:moveTo>
                  <a:pt x="85725" y="41148"/>
                </a:moveTo>
                <a:lnTo>
                  <a:pt x="0" y="82296"/>
                </a:lnTo>
                <a:lnTo>
                  <a:pt x="0" y="0"/>
                </a:lnTo>
                <a:close/>
              </a:path>
            </a:pathLst>
          </a:custGeom>
          <a:solidFill xmlns:a="http://schemas.openxmlformats.org/drawingml/2006/main">
            <a:srgbClr val="25333D"/>
          </a:solidFill>
          <a:ln xmlns:a="http://schemas.openxmlformats.org/drawingml/2006/main" w="0">
            <a:solidFill>
              <a:srgbClr val="25333D"/>
            </a:solidFill>
            <a:prstDash val="solid"/>
          </a:ln>
        </p:spPr>
      </p:sp>
      <p:sp>
        <p:nvSpPr>
          <p:cNvPr id="111" name="force-target-symbol-111">
            <a:extLst xmlns:a="http://schemas.openxmlformats.org/drawingml/2006/main">
              <a:ext uri="{FF2B5EF4-FFF2-40B4-BE49-F238E27FC236}">
                <a16:creationId xmlns:a16="http://schemas.microsoft.com/office/drawing/2014/main" id="{52E291BF-FD2F-4ECA-B9C9-68B0902F4268}"/>
              </a:ext>
            </a:extLst>
          </p:cNvPr>
          <p:cNvSpPr>
            <a:spLocks xmlns:a="http://schemas.openxmlformats.org/drawingml/2006/main" noGrp="1"/>
          </p:cNvSpPr>
          <p:nvPr/>
        </p:nvSpPr>
        <p:spPr>
          <a:xfrm xmlns:a="http://schemas.openxmlformats.org/drawingml/2006/main">
            <a:off x="12544425" y="2609850"/>
            <a:ext cx="141922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5400" b="0">
                <a:solidFill>
                  <a:srgbClr val="CD725D"/>
                </a:solidFill>
                <a:latin typeface="STIX Two Math"/>
                <a:ea typeface="STIX Two Math"/>
                <a:cs typeface="STIX Two Math"/>
              </a:defRPr>
            </a:pPr>
            <a:r>
              <a:rPr sz="5400" b="0">
                <a:solidFill>
                  <a:srgbClr val="CD725D"/>
                </a:solidFill>
                <a:latin typeface="STIX Two Math"/>
                <a:ea typeface="STIX Two Math"/>
                <a:cs typeface="STIX Two Math"/>
              </a:rPr>
              <a:t>F̂ₘ</a:t>
            </a:r>
          </a:p>
        </p:txBody>
      </p:sp>
      <p:sp>
        <p:nvSpPr>
          <p:cNvPr id="112" name="force-target-label-112">
            <a:extLst xmlns:a="http://schemas.openxmlformats.org/drawingml/2006/main">
              <a:ext uri="{FF2B5EF4-FFF2-40B4-BE49-F238E27FC236}">
                <a16:creationId xmlns:a16="http://schemas.microsoft.com/office/drawing/2014/main" id="{6A58A2C5-98A1-4404-8C72-1D9E2051F3BF}"/>
              </a:ext>
            </a:extLst>
          </p:cNvPr>
          <p:cNvSpPr>
            <a:spLocks xmlns:a="http://schemas.openxmlformats.org/drawingml/2006/main" noGrp="1"/>
          </p:cNvSpPr>
          <p:nvPr/>
        </p:nvSpPr>
        <p:spPr>
          <a:xfrm xmlns:a="http://schemas.openxmlformats.org/drawingml/2006/main">
            <a:off x="12268200" y="3609975"/>
            <a:ext cx="1990725"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0">
                <a:solidFill>
                  <a:srgbClr val="25333D"/>
                </a:solidFill>
                <a:latin typeface="Arial"/>
                <a:ea typeface="Arial"/>
                <a:cs typeface="Arial"/>
              </a:defRPr>
            </a:pPr>
            <a:r>
              <a:rPr sz="1875" b="0">
                <a:solidFill>
                  <a:srgbClr val="25333D"/>
                </a:solidFill>
                <a:latin typeface="Arial"/>
                <a:ea typeface="Arial"/>
                <a:cs typeface="Arial"/>
              </a:rPr>
              <a:t>Next-sample</a:t>
            </a:r>
          </a:p>
          <a:p xmlns:a="http://schemas.openxmlformats.org/drawingml/2006/main">
            <a:pPr algn="ctr">
              <a:defRPr sz="1875" b="0">
                <a:solidFill>
                  <a:srgbClr val="25333D"/>
                </a:solidFill>
                <a:latin typeface="Arial"/>
                <a:ea typeface="Arial"/>
                <a:cs typeface="Arial"/>
              </a:defRPr>
            </a:pPr>
            <a:r>
              <a:rPr sz="1875" b="0">
                <a:solidFill>
                  <a:srgbClr val="25333D"/>
                </a:solidFill>
                <a:latin typeface="Arial"/>
                <a:ea typeface="Arial"/>
                <a:cs typeface="Arial"/>
              </a:rPr>
              <a:t>contact force</a:t>
            </a:r>
          </a:p>
        </p:txBody>
      </p:sp>
      <p:sp>
        <p:nvSpPr>
          <p:cNvPr id="113" name="force-unit-113">
            <a:extLst xmlns:a="http://schemas.openxmlformats.org/drawingml/2006/main">
              <a:ext uri="{FF2B5EF4-FFF2-40B4-BE49-F238E27FC236}">
                <a16:creationId xmlns:a16="http://schemas.microsoft.com/office/drawing/2014/main" id="{F5D39EE7-030E-4142-BB10-C5E938C2E658}"/>
              </a:ext>
            </a:extLst>
          </p:cNvPr>
          <p:cNvSpPr>
            <a:spLocks xmlns:a="http://schemas.openxmlformats.org/drawingml/2006/main" noGrp="1"/>
          </p:cNvSpPr>
          <p:nvPr/>
        </p:nvSpPr>
        <p:spPr>
          <a:xfrm xmlns:a="http://schemas.openxmlformats.org/drawingml/2006/main">
            <a:off x="12477750" y="4314825"/>
            <a:ext cx="1581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a:solidFill>
                  <a:srgbClr val="61737E"/>
                </a:solidFill>
                <a:latin typeface="Arial"/>
                <a:ea typeface="Arial"/>
                <a:cs typeface="Arial"/>
              </a:defRPr>
            </a:pPr>
            <a:r>
              <a:rPr sz="1575" b="0">
                <a:solidFill>
                  <a:srgbClr val="61737E"/>
                </a:solidFill>
                <a:latin typeface="Arial"/>
                <a:ea typeface="Arial"/>
                <a:cs typeface="Arial"/>
              </a:rPr>
              <a:t>Newtons</a:t>
            </a:r>
          </a:p>
        </p:txBody>
      </p:sp>
      <p:sp>
        <p:nvSpPr>
          <p:cNvPr id="114" name="reference-extraction-114">
            <a:extLst xmlns:a="http://schemas.openxmlformats.org/drawingml/2006/main">
              <a:ext uri="{FF2B5EF4-FFF2-40B4-BE49-F238E27FC236}">
                <a16:creationId xmlns:a16="http://schemas.microsoft.com/office/drawing/2014/main" id="{E5892F0E-9B9C-4A04-9FD6-044363062ABB}"/>
              </a:ext>
            </a:extLst>
          </p:cNvPr>
          <p:cNvSpPr>
            <a:spLocks xmlns:a="http://schemas.openxmlformats.org/drawingml/2006/main" noGrp="1"/>
          </p:cNvSpPr>
          <p:nvPr/>
        </p:nvSpPr>
        <p:spPr>
          <a:xfrm xmlns:a="http://schemas.openxmlformats.org/drawingml/2006/main">
            <a:off x="2571750" y="2562225"/>
            <a:ext cx="6162675" cy="3190875"/>
          </a:xfrm>
          <a:custGeom xmlns:a="http://schemas.openxmlformats.org/drawingml/2006/main">
            <a:pathLst>
              <a:path w="6162675" h="3190875">
                <a:moveTo>
                  <a:pt x="0" y="0"/>
                </a:moveTo>
                <a:lnTo>
                  <a:pt x="2181225" y="0"/>
                </a:lnTo>
                <a:lnTo>
                  <a:pt x="2181225" y="3190875"/>
                </a:lnTo>
                <a:lnTo>
                  <a:pt x="6162675" y="3190875"/>
                </a:lnTo>
              </a:path>
            </a:pathLst>
          </a:custGeom>
          <a:noFill xmlns:a="http://schemas.openxmlformats.org/drawingml/2006/main"/>
          <a:ln xmlns:a="http://schemas.openxmlformats.org/drawingml/2006/main" w="18098">
            <a:solidFill>
              <a:srgbClr val="CD725D"/>
            </a:solidFill>
            <a:prstDash val="dash"/>
          </a:ln>
        </p:spPr>
      </p:sp>
      <p:sp>
        <p:nvSpPr>
          <p:cNvPr id="115" name="reference-extraction-head-115">
            <a:extLst xmlns:a="http://schemas.openxmlformats.org/drawingml/2006/main">
              <a:ext uri="{FF2B5EF4-FFF2-40B4-BE49-F238E27FC236}">
                <a16:creationId xmlns:a16="http://schemas.microsoft.com/office/drawing/2014/main" id="{EB5ED089-A87B-427F-A85D-2845CF10DED4}"/>
              </a:ext>
            </a:extLst>
          </p:cNvPr>
          <p:cNvSpPr>
            <a:spLocks xmlns:a="http://schemas.openxmlformats.org/drawingml/2006/main" noGrp="1"/>
          </p:cNvSpPr>
          <p:nvPr/>
        </p:nvSpPr>
        <p:spPr>
          <a:xfrm xmlns:a="http://schemas.openxmlformats.org/drawingml/2006/main">
            <a:off x="8448675" y="5753100"/>
            <a:ext cx="285750" cy="953"/>
          </a:xfrm>
          <a:custGeom xmlns:a="http://schemas.openxmlformats.org/drawingml/2006/main">
            <a:pathLst>
              <a:path w="285750" h="953">
                <a:moveTo>
                  <a:pt x="0" y="0"/>
                </a:moveTo>
                <a:lnTo>
                  <a:pt x="285750" y="0"/>
                </a:lnTo>
              </a:path>
            </a:pathLst>
          </a:custGeom>
          <a:noFill xmlns:a="http://schemas.openxmlformats.org/drawingml/2006/main"/>
          <a:ln xmlns:a="http://schemas.openxmlformats.org/drawingml/2006/main" w="18098">
            <a:solidFill>
              <a:srgbClr val="CD725D"/>
            </a:solidFill>
            <a:prstDash val="dash"/>
          </a:ln>
        </p:spPr>
      </p:sp>
      <p:sp>
        <p:nvSpPr>
          <p:cNvPr id="116" name="reference-extraction-head-arrowhead-116">
            <a:extLst xmlns:a="http://schemas.openxmlformats.org/drawingml/2006/main">
              <a:ext uri="{FF2B5EF4-FFF2-40B4-BE49-F238E27FC236}">
                <a16:creationId xmlns:a16="http://schemas.microsoft.com/office/drawing/2014/main" id="{099357E1-15AC-4B82-A3FA-90F3DD3422AD}"/>
              </a:ext>
            </a:extLst>
          </p:cNvPr>
          <p:cNvSpPr>
            <a:spLocks xmlns:a="http://schemas.openxmlformats.org/drawingml/2006/main" noGrp="1"/>
          </p:cNvSpPr>
          <p:nvPr/>
        </p:nvSpPr>
        <p:spPr>
          <a:xfrm xmlns:a="http://schemas.openxmlformats.org/drawingml/2006/main">
            <a:off x="8658225" y="5716524"/>
            <a:ext cx="76200" cy="73152"/>
          </a:xfrm>
          <a:custGeom xmlns:a="http://schemas.openxmlformats.org/drawingml/2006/main">
            <a:pathLst>
              <a:path w="76200" h="73152">
                <a:moveTo>
                  <a:pt x="76200" y="36576"/>
                </a:moveTo>
                <a:lnTo>
                  <a:pt x="0" y="73152"/>
                </a:lnTo>
                <a:lnTo>
                  <a:pt x="0" y="0"/>
                </a:lnTo>
                <a:close/>
              </a:path>
            </a:pathLst>
          </a:custGeom>
          <a:solidFill xmlns:a="http://schemas.openxmlformats.org/drawingml/2006/main">
            <a:srgbClr val="CD725D"/>
          </a:solidFill>
          <a:ln xmlns:a="http://schemas.openxmlformats.org/drawingml/2006/main" w="0">
            <a:solidFill>
              <a:srgbClr val="CD725D"/>
            </a:solidFill>
            <a:prstDash val="solid"/>
          </a:ln>
        </p:spPr>
      </p:sp>
      <p:sp>
        <p:nvSpPr>
          <p:cNvPr id="117" name="reference-path-label-117">
            <a:extLst xmlns:a="http://schemas.openxmlformats.org/drawingml/2006/main">
              <a:ext uri="{FF2B5EF4-FFF2-40B4-BE49-F238E27FC236}">
                <a16:creationId xmlns:a16="http://schemas.microsoft.com/office/drawing/2014/main" id="{7674A288-D752-473F-BC35-1191C57DBD9D}"/>
              </a:ext>
            </a:extLst>
          </p:cNvPr>
          <p:cNvSpPr>
            <a:spLocks xmlns:a="http://schemas.openxmlformats.org/drawingml/2006/main" noGrp="1"/>
          </p:cNvSpPr>
          <p:nvPr/>
        </p:nvSpPr>
        <p:spPr>
          <a:xfrm xmlns:a="http://schemas.openxmlformats.org/drawingml/2006/main">
            <a:off x="5372100" y="5438775"/>
            <a:ext cx="2628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CD725D"/>
                </a:solidFill>
                <a:latin typeface="Arial"/>
                <a:ea typeface="Arial"/>
                <a:cs typeface="Arial"/>
              </a:defRPr>
            </a:pPr>
            <a:r>
              <a:rPr sz="1650" b="0">
                <a:solidFill>
                  <a:srgbClr val="CD725D"/>
                </a:solidFill>
                <a:latin typeface="Arial"/>
                <a:ea typeface="Arial"/>
                <a:cs typeface="Arial"/>
              </a:rPr>
              <a:t>Reference label only</a:t>
            </a:r>
          </a:p>
        </p:txBody>
      </p:sp>
      <p:sp>
        <p:nvSpPr>
          <p:cNvPr id="118" name="reference-force-118">
            <a:extLst xmlns:a="http://schemas.openxmlformats.org/drawingml/2006/main">
              <a:ext uri="{FF2B5EF4-FFF2-40B4-BE49-F238E27FC236}">
                <a16:creationId xmlns:a16="http://schemas.microsoft.com/office/drawing/2014/main" id="{ADB9BFFE-C199-47E7-AA91-93E76E2E301B}"/>
              </a:ext>
            </a:extLst>
          </p:cNvPr>
          <p:cNvSpPr>
            <a:spLocks xmlns:a="http://schemas.openxmlformats.org/drawingml/2006/main" noGrp="1"/>
          </p:cNvSpPr>
          <p:nvPr/>
        </p:nvSpPr>
        <p:spPr>
          <a:xfrm xmlns:a="http://schemas.openxmlformats.org/drawingml/2006/main">
            <a:off x="8734425" y="5429250"/>
            <a:ext cx="2333625" cy="647700"/>
          </a:xfrm>
          <a:prstGeom xmlns:a="http://schemas.openxmlformats.org/drawingml/2006/main" prst="rect">
            <a:avLst/>
          </a:prstGeom>
          <a:solidFill xmlns:a="http://schemas.openxmlformats.org/drawingml/2006/main">
            <a:srgbClr val="FBEEE8"/>
          </a:solidFill>
          <a:ln xmlns:a="http://schemas.openxmlformats.org/drawingml/2006/main" w="12383">
            <a:solidFill>
              <a:srgbClr val="CD725D"/>
            </a:solidFill>
            <a:prstDash val="dash"/>
          </a:ln>
        </p:spPr>
      </p:sp>
      <p:sp>
        <p:nvSpPr>
          <p:cNvPr id="119" name="reference-force-text-119">
            <a:extLst xmlns:a="http://schemas.openxmlformats.org/drawingml/2006/main">
              <a:ext uri="{FF2B5EF4-FFF2-40B4-BE49-F238E27FC236}">
                <a16:creationId xmlns:a16="http://schemas.microsoft.com/office/drawing/2014/main" id="{95D128DF-708F-4386-AD7E-565023F3857C}"/>
              </a:ext>
            </a:extLst>
          </p:cNvPr>
          <p:cNvSpPr>
            <a:spLocks xmlns:a="http://schemas.openxmlformats.org/drawingml/2006/main" noGrp="1"/>
          </p:cNvSpPr>
          <p:nvPr/>
        </p:nvSpPr>
        <p:spPr>
          <a:xfrm xmlns:a="http://schemas.openxmlformats.org/drawingml/2006/main">
            <a:off x="8848725" y="5562600"/>
            <a:ext cx="21050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CD725D"/>
                </a:solidFill>
                <a:latin typeface="STIX Two Math"/>
                <a:ea typeface="STIX Two Math"/>
                <a:cs typeface="STIX Two Math"/>
              </a:defRPr>
            </a:pPr>
            <a:r>
              <a:rPr sz="2025" b="0">
                <a:solidFill>
                  <a:srgbClr val="CD725D"/>
                </a:solidFill>
                <a:latin typeface="STIX Two Math"/>
                <a:ea typeface="STIX Two Math"/>
                <a:cs typeface="STIX Two Math"/>
              </a:rPr>
              <a:t>Reference force Fₘ</a:t>
            </a:r>
          </a:p>
        </p:txBody>
      </p:sp>
      <p:sp>
        <p:nvSpPr>
          <p:cNvPr id="120" name="training-and-evaluation-120">
            <a:extLst xmlns:a="http://schemas.openxmlformats.org/drawingml/2006/main">
              <a:ext uri="{FF2B5EF4-FFF2-40B4-BE49-F238E27FC236}">
                <a16:creationId xmlns:a16="http://schemas.microsoft.com/office/drawing/2014/main" id="{E04533FE-B014-419B-91AA-071EFFBD950B}"/>
              </a:ext>
            </a:extLst>
          </p:cNvPr>
          <p:cNvSpPr>
            <a:spLocks xmlns:a="http://schemas.openxmlformats.org/drawingml/2006/main" noGrp="1"/>
          </p:cNvSpPr>
          <p:nvPr/>
        </p:nvSpPr>
        <p:spPr>
          <a:xfrm xmlns:a="http://schemas.openxmlformats.org/drawingml/2006/main">
            <a:off x="12039600" y="5429250"/>
            <a:ext cx="2095500" cy="647700"/>
          </a:xfrm>
          <a:prstGeom xmlns:a="http://schemas.openxmlformats.org/drawingml/2006/main" prst="rect">
            <a:avLst/>
          </a:prstGeom>
          <a:solidFill xmlns:a="http://schemas.openxmlformats.org/drawingml/2006/main">
            <a:srgbClr val="FFFFFF"/>
          </a:solidFill>
          <a:ln xmlns:a="http://schemas.openxmlformats.org/drawingml/2006/main" w="12383">
            <a:solidFill>
              <a:srgbClr val="CD725D"/>
            </a:solidFill>
            <a:prstDash val="dash"/>
          </a:ln>
        </p:spPr>
      </p:sp>
      <p:sp>
        <p:nvSpPr>
          <p:cNvPr id="121" name="training-and-evaluation-text-121">
            <a:extLst xmlns:a="http://schemas.openxmlformats.org/drawingml/2006/main">
              <a:ext uri="{FF2B5EF4-FFF2-40B4-BE49-F238E27FC236}">
                <a16:creationId xmlns:a16="http://schemas.microsoft.com/office/drawing/2014/main" id="{C7A51960-2DC8-4DDB-97A3-9C147D4EB3F1}"/>
              </a:ext>
            </a:extLst>
          </p:cNvPr>
          <p:cNvSpPr>
            <a:spLocks xmlns:a="http://schemas.openxmlformats.org/drawingml/2006/main" noGrp="1"/>
          </p:cNvSpPr>
          <p:nvPr/>
        </p:nvSpPr>
        <p:spPr>
          <a:xfrm xmlns:a="http://schemas.openxmlformats.org/drawingml/2006/main">
            <a:off x="12144375" y="5553075"/>
            <a:ext cx="1885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a:solidFill>
                  <a:srgbClr val="CD725D"/>
                </a:solidFill>
                <a:latin typeface="Arial"/>
                <a:ea typeface="Arial"/>
                <a:cs typeface="Arial"/>
              </a:defRPr>
            </a:pPr>
            <a:r>
              <a:rPr sz="1575" b="0">
                <a:solidFill>
                  <a:srgbClr val="CD725D"/>
                </a:solidFill>
                <a:latin typeface="Arial"/>
                <a:ea typeface="Arial"/>
                <a:cs typeface="Arial"/>
              </a:rPr>
              <a:t>Training / evaluation</a:t>
            </a:r>
          </a:p>
        </p:txBody>
      </p:sp>
      <p:sp>
        <p:nvSpPr>
          <p:cNvPr id="122" name="reference-to-assessment-122">
            <a:extLst xmlns:a="http://schemas.openxmlformats.org/drawingml/2006/main">
              <a:ext uri="{FF2B5EF4-FFF2-40B4-BE49-F238E27FC236}">
                <a16:creationId xmlns:a16="http://schemas.microsoft.com/office/drawing/2014/main" id="{4093ABFB-A293-4B21-BAD0-0335603A4ED6}"/>
              </a:ext>
            </a:extLst>
          </p:cNvPr>
          <p:cNvSpPr>
            <a:spLocks xmlns:a="http://schemas.openxmlformats.org/drawingml/2006/main" noGrp="1"/>
          </p:cNvSpPr>
          <p:nvPr/>
        </p:nvSpPr>
        <p:spPr>
          <a:xfrm xmlns:a="http://schemas.openxmlformats.org/drawingml/2006/main">
            <a:off x="11068050" y="5753100"/>
            <a:ext cx="971550" cy="953"/>
          </a:xfrm>
          <a:custGeom xmlns:a="http://schemas.openxmlformats.org/drawingml/2006/main">
            <a:pathLst>
              <a:path w="971550" h="953">
                <a:moveTo>
                  <a:pt x="0" y="0"/>
                </a:moveTo>
                <a:lnTo>
                  <a:pt x="971550" y="0"/>
                </a:lnTo>
              </a:path>
            </a:pathLst>
          </a:custGeom>
          <a:noFill xmlns:a="http://schemas.openxmlformats.org/drawingml/2006/main"/>
          <a:ln xmlns:a="http://schemas.openxmlformats.org/drawingml/2006/main" w="18098">
            <a:solidFill>
              <a:srgbClr val="CD725D"/>
            </a:solidFill>
            <a:prstDash val="dash"/>
          </a:ln>
        </p:spPr>
      </p:sp>
      <p:sp>
        <p:nvSpPr>
          <p:cNvPr id="123" name="reference-to-assessment-arrowhead-123">
            <a:extLst xmlns:a="http://schemas.openxmlformats.org/drawingml/2006/main">
              <a:ext uri="{FF2B5EF4-FFF2-40B4-BE49-F238E27FC236}">
                <a16:creationId xmlns:a16="http://schemas.microsoft.com/office/drawing/2014/main" id="{82D786DA-D81F-4284-B18B-A572A44A6245}"/>
              </a:ext>
            </a:extLst>
          </p:cNvPr>
          <p:cNvSpPr>
            <a:spLocks xmlns:a="http://schemas.openxmlformats.org/drawingml/2006/main" noGrp="1"/>
          </p:cNvSpPr>
          <p:nvPr/>
        </p:nvSpPr>
        <p:spPr>
          <a:xfrm xmlns:a="http://schemas.openxmlformats.org/drawingml/2006/main">
            <a:off x="11963400" y="5716524"/>
            <a:ext cx="76200" cy="73152"/>
          </a:xfrm>
          <a:custGeom xmlns:a="http://schemas.openxmlformats.org/drawingml/2006/main">
            <a:pathLst>
              <a:path w="76200" h="73152">
                <a:moveTo>
                  <a:pt x="76200" y="36576"/>
                </a:moveTo>
                <a:lnTo>
                  <a:pt x="0" y="73152"/>
                </a:lnTo>
                <a:lnTo>
                  <a:pt x="0" y="0"/>
                </a:lnTo>
                <a:close/>
              </a:path>
            </a:pathLst>
          </a:custGeom>
          <a:solidFill xmlns:a="http://schemas.openxmlformats.org/drawingml/2006/main">
            <a:srgbClr val="CD725D"/>
          </a:solidFill>
          <a:ln xmlns:a="http://schemas.openxmlformats.org/drawingml/2006/main" w="0">
            <a:solidFill>
              <a:srgbClr val="CD725D"/>
            </a:solidFill>
            <a:prstDash val="solid"/>
          </a:ln>
        </p:spPr>
      </p:sp>
      <p:sp>
        <p:nvSpPr>
          <p:cNvPr id="124" name="prediction-to-assessment-124">
            <a:extLst xmlns:a="http://schemas.openxmlformats.org/drawingml/2006/main">
              <a:ext uri="{FF2B5EF4-FFF2-40B4-BE49-F238E27FC236}">
                <a16:creationId xmlns:a16="http://schemas.microsoft.com/office/drawing/2014/main" id="{FDB54BDC-060B-45C7-9219-71678ED79DBC}"/>
              </a:ext>
            </a:extLst>
          </p:cNvPr>
          <p:cNvSpPr>
            <a:spLocks xmlns:a="http://schemas.openxmlformats.org/drawingml/2006/main" noGrp="1"/>
          </p:cNvSpPr>
          <p:nvPr/>
        </p:nvSpPr>
        <p:spPr>
          <a:xfrm xmlns:a="http://schemas.openxmlformats.org/drawingml/2006/main">
            <a:off x="13287375" y="4657725"/>
            <a:ext cx="953" cy="771525"/>
          </a:xfrm>
          <a:custGeom xmlns:a="http://schemas.openxmlformats.org/drawingml/2006/main">
            <a:pathLst>
              <a:path w="953" h="771525">
                <a:moveTo>
                  <a:pt x="0" y="0"/>
                </a:moveTo>
                <a:lnTo>
                  <a:pt x="0" y="771525"/>
                </a:lnTo>
              </a:path>
            </a:pathLst>
          </a:custGeom>
          <a:noFill xmlns:a="http://schemas.openxmlformats.org/drawingml/2006/main"/>
          <a:ln xmlns:a="http://schemas.openxmlformats.org/drawingml/2006/main" w="18098">
            <a:solidFill>
              <a:srgbClr val="CD725D"/>
            </a:solidFill>
            <a:prstDash val="dash"/>
          </a:ln>
        </p:spPr>
      </p:sp>
      <p:sp>
        <p:nvSpPr>
          <p:cNvPr id="125" name="prediction-to-assessment-arrowhead-125">
            <a:extLst xmlns:a="http://schemas.openxmlformats.org/drawingml/2006/main">
              <a:ext uri="{FF2B5EF4-FFF2-40B4-BE49-F238E27FC236}">
                <a16:creationId xmlns:a16="http://schemas.microsoft.com/office/drawing/2014/main" id="{49D5C958-A57B-47DF-9271-D653E177F67C}"/>
              </a:ext>
            </a:extLst>
          </p:cNvPr>
          <p:cNvSpPr>
            <a:spLocks xmlns:a="http://schemas.openxmlformats.org/drawingml/2006/main" noGrp="1"/>
          </p:cNvSpPr>
          <p:nvPr/>
        </p:nvSpPr>
        <p:spPr>
          <a:xfrm xmlns:a="http://schemas.openxmlformats.org/drawingml/2006/main">
            <a:off x="13250799" y="5353050"/>
            <a:ext cx="73152" cy="76200"/>
          </a:xfrm>
          <a:custGeom xmlns:a="http://schemas.openxmlformats.org/drawingml/2006/main">
            <a:pathLst>
              <a:path w="73152" h="76200">
                <a:moveTo>
                  <a:pt x="36576" y="76200"/>
                </a:moveTo>
                <a:lnTo>
                  <a:pt x="0" y="0"/>
                </a:lnTo>
                <a:lnTo>
                  <a:pt x="73152" y="0"/>
                </a:lnTo>
                <a:close/>
              </a:path>
            </a:pathLst>
          </a:custGeom>
          <a:solidFill xmlns:a="http://schemas.openxmlformats.org/drawingml/2006/main">
            <a:srgbClr val="CD725D"/>
          </a:solidFill>
          <a:ln xmlns:a="http://schemas.openxmlformats.org/drawingml/2006/main" w="0">
            <a:solidFill>
              <a:srgbClr val="CD725D"/>
            </a:solidFill>
            <a:prstDash val="solid"/>
          </a:ln>
        </p:spPr>
      </p:sp>
      <p:sp>
        <p:nvSpPr>
          <p:cNvPr id="126" name="timing-label-126">
            <a:extLst xmlns:a="http://schemas.openxmlformats.org/drawingml/2006/main">
              <a:ext uri="{FF2B5EF4-FFF2-40B4-BE49-F238E27FC236}">
                <a16:creationId xmlns:a16="http://schemas.microsoft.com/office/drawing/2014/main" id="{C92975FC-3875-4C27-B832-16BF0CF99494}"/>
              </a:ext>
            </a:extLst>
          </p:cNvPr>
          <p:cNvSpPr>
            <a:spLocks xmlns:a="http://schemas.openxmlformats.org/drawingml/2006/main" noGrp="1"/>
          </p:cNvSpPr>
          <p:nvPr/>
        </p:nvSpPr>
        <p:spPr>
          <a:xfrm xmlns:a="http://schemas.openxmlformats.org/drawingml/2006/main">
            <a:off x="5229225" y="6372225"/>
            <a:ext cx="4876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a:solidFill>
                  <a:srgbClr val="25333D"/>
                </a:solidFill>
                <a:latin typeface="Arial"/>
                <a:ea typeface="Arial"/>
                <a:cs typeface="Arial"/>
              </a:defRPr>
            </a:pPr>
            <a:r>
              <a:rPr sz="1875" b="1">
                <a:solidFill>
                  <a:srgbClr val="25333D"/>
                </a:solidFill>
                <a:latin typeface="Arial"/>
                <a:ea typeface="Arial"/>
                <a:cs typeface="Arial"/>
              </a:rPr>
              <a:t>Finite-history prediction</a:t>
            </a:r>
          </a:p>
        </p:txBody>
      </p:sp>
      <p:sp>
        <p:nvSpPr>
          <p:cNvPr id="127" name="history-timeline-127">
            <a:extLst xmlns:a="http://schemas.openxmlformats.org/drawingml/2006/main">
              <a:ext uri="{FF2B5EF4-FFF2-40B4-BE49-F238E27FC236}">
                <a16:creationId xmlns:a16="http://schemas.microsoft.com/office/drawing/2014/main" id="{02DD23D0-C6B8-4F04-BF54-76270AE90E86}"/>
              </a:ext>
            </a:extLst>
          </p:cNvPr>
          <p:cNvSpPr>
            <a:spLocks xmlns:a="http://schemas.openxmlformats.org/drawingml/2006/main" noGrp="1"/>
          </p:cNvSpPr>
          <p:nvPr/>
        </p:nvSpPr>
        <p:spPr>
          <a:xfrm xmlns:a="http://schemas.openxmlformats.org/drawingml/2006/main">
            <a:off x="5410200" y="6981825"/>
            <a:ext cx="8077200" cy="953"/>
          </a:xfrm>
          <a:custGeom xmlns:a="http://schemas.openxmlformats.org/drawingml/2006/main">
            <a:pathLst>
              <a:path w="8077200" h="953">
                <a:moveTo>
                  <a:pt x="0" y="0"/>
                </a:moveTo>
                <a:lnTo>
                  <a:pt x="8077200" y="0"/>
                </a:lnTo>
              </a:path>
            </a:pathLst>
          </a:custGeom>
          <a:noFill xmlns:a="http://schemas.openxmlformats.org/drawingml/2006/main"/>
          <a:ln xmlns:a="http://schemas.openxmlformats.org/drawingml/2006/main" w="19050">
            <a:solidFill>
              <a:srgbClr val="D8E1E6"/>
            </a:solidFill>
            <a:prstDash val="solid"/>
          </a:ln>
        </p:spPr>
      </p:sp>
      <p:sp>
        <p:nvSpPr>
          <p:cNvPr id="128" name="available-observation-time-128">
            <a:extLst xmlns:a="http://schemas.openxmlformats.org/drawingml/2006/main">
              <a:ext uri="{FF2B5EF4-FFF2-40B4-BE49-F238E27FC236}">
                <a16:creationId xmlns:a16="http://schemas.microsoft.com/office/drawing/2014/main" id="{97AB2305-07CC-4721-86B0-466605D841B6}"/>
              </a:ext>
            </a:extLst>
          </p:cNvPr>
          <p:cNvSpPr>
            <a:spLocks xmlns:a="http://schemas.openxmlformats.org/drawingml/2006/main" noGrp="1"/>
          </p:cNvSpPr>
          <p:nvPr/>
        </p:nvSpPr>
        <p:spPr>
          <a:xfrm xmlns:a="http://schemas.openxmlformats.org/drawingml/2006/main">
            <a:off x="5367338" y="6938963"/>
            <a:ext cx="85725" cy="85725"/>
          </a:xfrm>
          <a:prstGeom xmlns:a="http://schemas.openxmlformats.org/drawingml/2006/main" prst="ellipse">
            <a:avLst/>
          </a:prstGeom>
          <a:solidFill xmlns:a="http://schemas.openxmlformats.org/drawingml/2006/main">
            <a:srgbClr val="347DA9"/>
          </a:solidFill>
          <a:ln xmlns:a="http://schemas.openxmlformats.org/drawingml/2006/main" w="0">
            <a:solidFill>
              <a:srgbClr val="347DA9"/>
            </a:solidFill>
          </a:ln>
        </p:spPr>
      </p:sp>
      <p:sp>
        <p:nvSpPr>
          <p:cNvPr id="129" name="available-observation-time-129">
            <a:extLst xmlns:a="http://schemas.openxmlformats.org/drawingml/2006/main">
              <a:ext uri="{FF2B5EF4-FFF2-40B4-BE49-F238E27FC236}">
                <a16:creationId xmlns:a16="http://schemas.microsoft.com/office/drawing/2014/main" id="{1BDD7716-01B7-4AEF-A752-8A08B8219AD8}"/>
              </a:ext>
            </a:extLst>
          </p:cNvPr>
          <p:cNvSpPr>
            <a:spLocks xmlns:a="http://schemas.openxmlformats.org/drawingml/2006/main" noGrp="1"/>
          </p:cNvSpPr>
          <p:nvPr/>
        </p:nvSpPr>
        <p:spPr>
          <a:xfrm xmlns:a="http://schemas.openxmlformats.org/drawingml/2006/main">
            <a:off x="5872163" y="6938963"/>
            <a:ext cx="85725" cy="85725"/>
          </a:xfrm>
          <a:prstGeom xmlns:a="http://schemas.openxmlformats.org/drawingml/2006/main" prst="ellipse">
            <a:avLst/>
          </a:prstGeom>
          <a:solidFill xmlns:a="http://schemas.openxmlformats.org/drawingml/2006/main">
            <a:srgbClr val="347DA9"/>
          </a:solidFill>
          <a:ln xmlns:a="http://schemas.openxmlformats.org/drawingml/2006/main" w="0">
            <a:solidFill>
              <a:srgbClr val="347DA9"/>
            </a:solidFill>
          </a:ln>
        </p:spPr>
      </p:sp>
      <p:sp>
        <p:nvSpPr>
          <p:cNvPr id="130" name="available-observation-time-130">
            <a:extLst xmlns:a="http://schemas.openxmlformats.org/drawingml/2006/main">
              <a:ext uri="{FF2B5EF4-FFF2-40B4-BE49-F238E27FC236}">
                <a16:creationId xmlns:a16="http://schemas.microsoft.com/office/drawing/2014/main" id="{09E1DA91-D185-4AEC-AD5D-6E2D50ECA261}"/>
              </a:ext>
            </a:extLst>
          </p:cNvPr>
          <p:cNvSpPr>
            <a:spLocks xmlns:a="http://schemas.openxmlformats.org/drawingml/2006/main" noGrp="1"/>
          </p:cNvSpPr>
          <p:nvPr/>
        </p:nvSpPr>
        <p:spPr>
          <a:xfrm xmlns:a="http://schemas.openxmlformats.org/drawingml/2006/main">
            <a:off x="6376988" y="6938963"/>
            <a:ext cx="85725" cy="85725"/>
          </a:xfrm>
          <a:prstGeom xmlns:a="http://schemas.openxmlformats.org/drawingml/2006/main" prst="ellipse">
            <a:avLst/>
          </a:prstGeom>
          <a:solidFill xmlns:a="http://schemas.openxmlformats.org/drawingml/2006/main">
            <a:srgbClr val="347DA9"/>
          </a:solidFill>
          <a:ln xmlns:a="http://schemas.openxmlformats.org/drawingml/2006/main" w="0">
            <a:solidFill>
              <a:srgbClr val="347DA9"/>
            </a:solidFill>
          </a:ln>
        </p:spPr>
      </p:sp>
      <p:sp>
        <p:nvSpPr>
          <p:cNvPr id="131" name="available-observation-time-131">
            <a:extLst xmlns:a="http://schemas.openxmlformats.org/drawingml/2006/main">
              <a:ext uri="{FF2B5EF4-FFF2-40B4-BE49-F238E27FC236}">
                <a16:creationId xmlns:a16="http://schemas.microsoft.com/office/drawing/2014/main" id="{82A3C8A1-C853-47D4-B194-37184DAD93A7}"/>
              </a:ext>
            </a:extLst>
          </p:cNvPr>
          <p:cNvSpPr>
            <a:spLocks xmlns:a="http://schemas.openxmlformats.org/drawingml/2006/main" noGrp="1"/>
          </p:cNvSpPr>
          <p:nvPr/>
        </p:nvSpPr>
        <p:spPr>
          <a:xfrm xmlns:a="http://schemas.openxmlformats.org/drawingml/2006/main">
            <a:off x="6881813" y="6938963"/>
            <a:ext cx="85725" cy="85725"/>
          </a:xfrm>
          <a:prstGeom xmlns:a="http://schemas.openxmlformats.org/drawingml/2006/main" prst="ellipse">
            <a:avLst/>
          </a:prstGeom>
          <a:solidFill xmlns:a="http://schemas.openxmlformats.org/drawingml/2006/main">
            <a:srgbClr val="347DA9"/>
          </a:solidFill>
          <a:ln xmlns:a="http://schemas.openxmlformats.org/drawingml/2006/main" w="0">
            <a:solidFill>
              <a:srgbClr val="347DA9"/>
            </a:solidFill>
          </a:ln>
        </p:spPr>
      </p:sp>
      <p:sp>
        <p:nvSpPr>
          <p:cNvPr id="132" name="available-observation-time-132">
            <a:extLst xmlns:a="http://schemas.openxmlformats.org/drawingml/2006/main">
              <a:ext uri="{FF2B5EF4-FFF2-40B4-BE49-F238E27FC236}">
                <a16:creationId xmlns:a16="http://schemas.microsoft.com/office/drawing/2014/main" id="{8F03028F-3AC6-4D41-A565-F6BBA1602606}"/>
              </a:ext>
            </a:extLst>
          </p:cNvPr>
          <p:cNvSpPr>
            <a:spLocks xmlns:a="http://schemas.openxmlformats.org/drawingml/2006/main" noGrp="1"/>
          </p:cNvSpPr>
          <p:nvPr/>
        </p:nvSpPr>
        <p:spPr>
          <a:xfrm xmlns:a="http://schemas.openxmlformats.org/drawingml/2006/main">
            <a:off x="7386638" y="6938963"/>
            <a:ext cx="85725" cy="85725"/>
          </a:xfrm>
          <a:prstGeom xmlns:a="http://schemas.openxmlformats.org/drawingml/2006/main" prst="ellipse">
            <a:avLst/>
          </a:prstGeom>
          <a:solidFill xmlns:a="http://schemas.openxmlformats.org/drawingml/2006/main">
            <a:srgbClr val="347DA9"/>
          </a:solidFill>
          <a:ln xmlns:a="http://schemas.openxmlformats.org/drawingml/2006/main" w="0">
            <a:solidFill>
              <a:srgbClr val="347DA9"/>
            </a:solidFill>
          </a:ln>
        </p:spPr>
      </p:sp>
      <p:sp>
        <p:nvSpPr>
          <p:cNvPr id="133" name="available-observation-time-133">
            <a:extLst xmlns:a="http://schemas.openxmlformats.org/drawingml/2006/main">
              <a:ext uri="{FF2B5EF4-FFF2-40B4-BE49-F238E27FC236}">
                <a16:creationId xmlns:a16="http://schemas.microsoft.com/office/drawing/2014/main" id="{73B33508-157D-4357-8263-F3CEBCA30437}"/>
              </a:ext>
            </a:extLst>
          </p:cNvPr>
          <p:cNvSpPr>
            <a:spLocks xmlns:a="http://schemas.openxmlformats.org/drawingml/2006/main" noGrp="1"/>
          </p:cNvSpPr>
          <p:nvPr/>
        </p:nvSpPr>
        <p:spPr>
          <a:xfrm xmlns:a="http://schemas.openxmlformats.org/drawingml/2006/main">
            <a:off x="7891463" y="6938963"/>
            <a:ext cx="85725" cy="85725"/>
          </a:xfrm>
          <a:prstGeom xmlns:a="http://schemas.openxmlformats.org/drawingml/2006/main" prst="ellipse">
            <a:avLst/>
          </a:prstGeom>
          <a:solidFill xmlns:a="http://schemas.openxmlformats.org/drawingml/2006/main">
            <a:srgbClr val="347DA9"/>
          </a:solidFill>
          <a:ln xmlns:a="http://schemas.openxmlformats.org/drawingml/2006/main" w="0">
            <a:solidFill>
              <a:srgbClr val="347DA9"/>
            </a:solidFill>
          </a:ln>
        </p:spPr>
      </p:sp>
      <p:sp>
        <p:nvSpPr>
          <p:cNvPr id="134" name="available-observation-time-134">
            <a:extLst xmlns:a="http://schemas.openxmlformats.org/drawingml/2006/main">
              <a:ext uri="{FF2B5EF4-FFF2-40B4-BE49-F238E27FC236}">
                <a16:creationId xmlns:a16="http://schemas.microsoft.com/office/drawing/2014/main" id="{EBE5A485-83E3-49BB-8D36-CA7F5F452D9D}"/>
              </a:ext>
            </a:extLst>
          </p:cNvPr>
          <p:cNvSpPr>
            <a:spLocks xmlns:a="http://schemas.openxmlformats.org/drawingml/2006/main" noGrp="1"/>
          </p:cNvSpPr>
          <p:nvPr/>
        </p:nvSpPr>
        <p:spPr>
          <a:xfrm xmlns:a="http://schemas.openxmlformats.org/drawingml/2006/main">
            <a:off x="8396288" y="6938963"/>
            <a:ext cx="85725" cy="85725"/>
          </a:xfrm>
          <a:prstGeom xmlns:a="http://schemas.openxmlformats.org/drawingml/2006/main" prst="ellipse">
            <a:avLst/>
          </a:prstGeom>
          <a:solidFill xmlns:a="http://schemas.openxmlformats.org/drawingml/2006/main">
            <a:srgbClr val="347DA9"/>
          </a:solidFill>
          <a:ln xmlns:a="http://schemas.openxmlformats.org/drawingml/2006/main" w="0">
            <a:solidFill>
              <a:srgbClr val="347DA9"/>
            </a:solidFill>
          </a:ln>
        </p:spPr>
      </p:sp>
      <p:sp>
        <p:nvSpPr>
          <p:cNvPr id="135" name="available-observation-time-135">
            <a:extLst xmlns:a="http://schemas.openxmlformats.org/drawingml/2006/main">
              <a:ext uri="{FF2B5EF4-FFF2-40B4-BE49-F238E27FC236}">
                <a16:creationId xmlns:a16="http://schemas.microsoft.com/office/drawing/2014/main" id="{CBB93813-820D-4DF6-8AFF-F97DF80AED88}"/>
              </a:ext>
            </a:extLst>
          </p:cNvPr>
          <p:cNvSpPr>
            <a:spLocks xmlns:a="http://schemas.openxmlformats.org/drawingml/2006/main" noGrp="1"/>
          </p:cNvSpPr>
          <p:nvPr/>
        </p:nvSpPr>
        <p:spPr>
          <a:xfrm xmlns:a="http://schemas.openxmlformats.org/drawingml/2006/main">
            <a:off x="8901113" y="6938963"/>
            <a:ext cx="85725" cy="85725"/>
          </a:xfrm>
          <a:prstGeom xmlns:a="http://schemas.openxmlformats.org/drawingml/2006/main" prst="ellipse">
            <a:avLst/>
          </a:prstGeom>
          <a:solidFill xmlns:a="http://schemas.openxmlformats.org/drawingml/2006/main">
            <a:srgbClr val="347DA9"/>
          </a:solidFill>
          <a:ln xmlns:a="http://schemas.openxmlformats.org/drawingml/2006/main" w="0">
            <a:solidFill>
              <a:srgbClr val="347DA9"/>
            </a:solidFill>
          </a:ln>
        </p:spPr>
      </p:sp>
      <p:sp>
        <p:nvSpPr>
          <p:cNvPr id="136" name="available-observation-time-136">
            <a:extLst xmlns:a="http://schemas.openxmlformats.org/drawingml/2006/main">
              <a:ext uri="{FF2B5EF4-FFF2-40B4-BE49-F238E27FC236}">
                <a16:creationId xmlns:a16="http://schemas.microsoft.com/office/drawing/2014/main" id="{E92A19C0-D469-4D02-8D73-F513F1E0A99F}"/>
              </a:ext>
            </a:extLst>
          </p:cNvPr>
          <p:cNvSpPr>
            <a:spLocks xmlns:a="http://schemas.openxmlformats.org/drawingml/2006/main" noGrp="1"/>
          </p:cNvSpPr>
          <p:nvPr/>
        </p:nvSpPr>
        <p:spPr>
          <a:xfrm xmlns:a="http://schemas.openxmlformats.org/drawingml/2006/main">
            <a:off x="9405938" y="6938963"/>
            <a:ext cx="85725" cy="85725"/>
          </a:xfrm>
          <a:prstGeom xmlns:a="http://schemas.openxmlformats.org/drawingml/2006/main" prst="ellipse">
            <a:avLst/>
          </a:prstGeom>
          <a:solidFill xmlns:a="http://schemas.openxmlformats.org/drawingml/2006/main">
            <a:srgbClr val="347DA9"/>
          </a:solidFill>
          <a:ln xmlns:a="http://schemas.openxmlformats.org/drawingml/2006/main" w="0">
            <a:solidFill>
              <a:srgbClr val="347DA9"/>
            </a:solidFill>
          </a:ln>
        </p:spPr>
      </p:sp>
      <p:sp>
        <p:nvSpPr>
          <p:cNvPr id="137" name="available-observation-time-137">
            <a:extLst xmlns:a="http://schemas.openxmlformats.org/drawingml/2006/main">
              <a:ext uri="{FF2B5EF4-FFF2-40B4-BE49-F238E27FC236}">
                <a16:creationId xmlns:a16="http://schemas.microsoft.com/office/drawing/2014/main" id="{5BD23AEE-1F6E-4C0C-9799-31E54CAD982A}"/>
              </a:ext>
            </a:extLst>
          </p:cNvPr>
          <p:cNvSpPr>
            <a:spLocks xmlns:a="http://schemas.openxmlformats.org/drawingml/2006/main" noGrp="1"/>
          </p:cNvSpPr>
          <p:nvPr/>
        </p:nvSpPr>
        <p:spPr>
          <a:xfrm xmlns:a="http://schemas.openxmlformats.org/drawingml/2006/main">
            <a:off x="9910763" y="6938963"/>
            <a:ext cx="85725" cy="85725"/>
          </a:xfrm>
          <a:prstGeom xmlns:a="http://schemas.openxmlformats.org/drawingml/2006/main" prst="ellipse">
            <a:avLst/>
          </a:prstGeom>
          <a:solidFill xmlns:a="http://schemas.openxmlformats.org/drawingml/2006/main">
            <a:srgbClr val="347DA9"/>
          </a:solidFill>
          <a:ln xmlns:a="http://schemas.openxmlformats.org/drawingml/2006/main" w="0">
            <a:solidFill>
              <a:srgbClr val="347DA9"/>
            </a:solidFill>
          </a:ln>
        </p:spPr>
      </p:sp>
      <p:sp>
        <p:nvSpPr>
          <p:cNvPr id="138" name="available-observation-time-138">
            <a:extLst xmlns:a="http://schemas.openxmlformats.org/drawingml/2006/main">
              <a:ext uri="{FF2B5EF4-FFF2-40B4-BE49-F238E27FC236}">
                <a16:creationId xmlns:a16="http://schemas.microsoft.com/office/drawing/2014/main" id="{948A1208-6C0C-4367-A525-AD0D9F758D8E}"/>
              </a:ext>
            </a:extLst>
          </p:cNvPr>
          <p:cNvSpPr>
            <a:spLocks xmlns:a="http://schemas.openxmlformats.org/drawingml/2006/main" noGrp="1"/>
          </p:cNvSpPr>
          <p:nvPr/>
        </p:nvSpPr>
        <p:spPr>
          <a:xfrm xmlns:a="http://schemas.openxmlformats.org/drawingml/2006/main">
            <a:off x="10415588" y="6938963"/>
            <a:ext cx="85725" cy="85725"/>
          </a:xfrm>
          <a:prstGeom xmlns:a="http://schemas.openxmlformats.org/drawingml/2006/main" prst="ellipse">
            <a:avLst/>
          </a:prstGeom>
          <a:solidFill xmlns:a="http://schemas.openxmlformats.org/drawingml/2006/main">
            <a:srgbClr val="347DA9"/>
          </a:solidFill>
          <a:ln xmlns:a="http://schemas.openxmlformats.org/drawingml/2006/main" w="0">
            <a:solidFill>
              <a:srgbClr val="347DA9"/>
            </a:solidFill>
          </a:ln>
        </p:spPr>
      </p:sp>
      <p:sp>
        <p:nvSpPr>
          <p:cNvPr id="139" name="available-observation-time-139">
            <a:extLst xmlns:a="http://schemas.openxmlformats.org/drawingml/2006/main">
              <a:ext uri="{FF2B5EF4-FFF2-40B4-BE49-F238E27FC236}">
                <a16:creationId xmlns:a16="http://schemas.microsoft.com/office/drawing/2014/main" id="{42A6CA89-91EB-40A6-B4B3-968C34852512}"/>
              </a:ext>
            </a:extLst>
          </p:cNvPr>
          <p:cNvSpPr>
            <a:spLocks xmlns:a="http://schemas.openxmlformats.org/drawingml/2006/main" noGrp="1"/>
          </p:cNvSpPr>
          <p:nvPr/>
        </p:nvSpPr>
        <p:spPr>
          <a:xfrm xmlns:a="http://schemas.openxmlformats.org/drawingml/2006/main">
            <a:off x="10920413" y="6938963"/>
            <a:ext cx="85725" cy="85725"/>
          </a:xfrm>
          <a:prstGeom xmlns:a="http://schemas.openxmlformats.org/drawingml/2006/main" prst="ellipse">
            <a:avLst/>
          </a:prstGeom>
          <a:solidFill xmlns:a="http://schemas.openxmlformats.org/drawingml/2006/main">
            <a:srgbClr val="347DA9"/>
          </a:solidFill>
          <a:ln xmlns:a="http://schemas.openxmlformats.org/drawingml/2006/main" w="0">
            <a:solidFill>
              <a:srgbClr val="347DA9"/>
            </a:solidFill>
          </a:ln>
        </p:spPr>
      </p:sp>
      <p:sp>
        <p:nvSpPr>
          <p:cNvPr id="140" name="available-observation-time-140">
            <a:extLst xmlns:a="http://schemas.openxmlformats.org/drawingml/2006/main">
              <a:ext uri="{FF2B5EF4-FFF2-40B4-BE49-F238E27FC236}">
                <a16:creationId xmlns:a16="http://schemas.microsoft.com/office/drawing/2014/main" id="{3B10ECC7-AD8E-408F-AEE7-EB8E736C948B}"/>
              </a:ext>
            </a:extLst>
          </p:cNvPr>
          <p:cNvSpPr>
            <a:spLocks xmlns:a="http://schemas.openxmlformats.org/drawingml/2006/main" noGrp="1"/>
          </p:cNvSpPr>
          <p:nvPr/>
        </p:nvSpPr>
        <p:spPr>
          <a:xfrm xmlns:a="http://schemas.openxmlformats.org/drawingml/2006/main">
            <a:off x="11425238" y="6938963"/>
            <a:ext cx="85725" cy="85725"/>
          </a:xfrm>
          <a:prstGeom xmlns:a="http://schemas.openxmlformats.org/drawingml/2006/main" prst="ellipse">
            <a:avLst/>
          </a:prstGeom>
          <a:solidFill xmlns:a="http://schemas.openxmlformats.org/drawingml/2006/main">
            <a:srgbClr val="347DA9"/>
          </a:solidFill>
          <a:ln xmlns:a="http://schemas.openxmlformats.org/drawingml/2006/main" w="0">
            <a:solidFill>
              <a:srgbClr val="347DA9"/>
            </a:solidFill>
          </a:ln>
        </p:spPr>
      </p:sp>
      <p:sp>
        <p:nvSpPr>
          <p:cNvPr id="141" name="available-observation-time-141">
            <a:extLst xmlns:a="http://schemas.openxmlformats.org/drawingml/2006/main">
              <a:ext uri="{FF2B5EF4-FFF2-40B4-BE49-F238E27FC236}">
                <a16:creationId xmlns:a16="http://schemas.microsoft.com/office/drawing/2014/main" id="{EB64EFD4-D3E3-444F-AA2F-E6215CBD3A30}"/>
              </a:ext>
            </a:extLst>
          </p:cNvPr>
          <p:cNvSpPr>
            <a:spLocks xmlns:a="http://schemas.openxmlformats.org/drawingml/2006/main" noGrp="1"/>
          </p:cNvSpPr>
          <p:nvPr/>
        </p:nvSpPr>
        <p:spPr>
          <a:xfrm xmlns:a="http://schemas.openxmlformats.org/drawingml/2006/main">
            <a:off x="11930063" y="6938963"/>
            <a:ext cx="85725" cy="85725"/>
          </a:xfrm>
          <a:prstGeom xmlns:a="http://schemas.openxmlformats.org/drawingml/2006/main" prst="ellipse">
            <a:avLst/>
          </a:prstGeom>
          <a:solidFill xmlns:a="http://schemas.openxmlformats.org/drawingml/2006/main">
            <a:srgbClr val="347DA9"/>
          </a:solidFill>
          <a:ln xmlns:a="http://schemas.openxmlformats.org/drawingml/2006/main" w="0">
            <a:solidFill>
              <a:srgbClr val="347DA9"/>
            </a:solidFill>
          </a:ln>
        </p:spPr>
      </p:sp>
      <p:sp>
        <p:nvSpPr>
          <p:cNvPr id="142" name="available-observation-time-142">
            <a:extLst xmlns:a="http://schemas.openxmlformats.org/drawingml/2006/main">
              <a:ext uri="{FF2B5EF4-FFF2-40B4-BE49-F238E27FC236}">
                <a16:creationId xmlns:a16="http://schemas.microsoft.com/office/drawing/2014/main" id="{1A514687-CE0E-43AB-8349-7B5FC7C5B25E}"/>
              </a:ext>
            </a:extLst>
          </p:cNvPr>
          <p:cNvSpPr>
            <a:spLocks xmlns:a="http://schemas.openxmlformats.org/drawingml/2006/main" noGrp="1"/>
          </p:cNvSpPr>
          <p:nvPr/>
        </p:nvSpPr>
        <p:spPr>
          <a:xfrm xmlns:a="http://schemas.openxmlformats.org/drawingml/2006/main">
            <a:off x="12434888" y="6938963"/>
            <a:ext cx="85725" cy="85725"/>
          </a:xfrm>
          <a:prstGeom xmlns:a="http://schemas.openxmlformats.org/drawingml/2006/main" prst="ellipse">
            <a:avLst/>
          </a:prstGeom>
          <a:solidFill xmlns:a="http://schemas.openxmlformats.org/drawingml/2006/main">
            <a:srgbClr val="347DA9"/>
          </a:solidFill>
          <a:ln xmlns:a="http://schemas.openxmlformats.org/drawingml/2006/main" w="0">
            <a:solidFill>
              <a:srgbClr val="347DA9"/>
            </a:solidFill>
          </a:ln>
        </p:spPr>
      </p:sp>
      <p:sp>
        <p:nvSpPr>
          <p:cNvPr id="143" name="available-observation-time-143">
            <a:extLst xmlns:a="http://schemas.openxmlformats.org/drawingml/2006/main">
              <a:ext uri="{FF2B5EF4-FFF2-40B4-BE49-F238E27FC236}">
                <a16:creationId xmlns:a16="http://schemas.microsoft.com/office/drawing/2014/main" id="{1C6C44E8-0DB6-41DD-B602-CA19754AE890}"/>
              </a:ext>
            </a:extLst>
          </p:cNvPr>
          <p:cNvSpPr>
            <a:spLocks xmlns:a="http://schemas.openxmlformats.org/drawingml/2006/main" noGrp="1"/>
          </p:cNvSpPr>
          <p:nvPr/>
        </p:nvSpPr>
        <p:spPr>
          <a:xfrm xmlns:a="http://schemas.openxmlformats.org/drawingml/2006/main">
            <a:off x="12939713" y="6938963"/>
            <a:ext cx="85725" cy="85725"/>
          </a:xfrm>
          <a:prstGeom xmlns:a="http://schemas.openxmlformats.org/drawingml/2006/main" prst="ellipse">
            <a:avLst/>
          </a:prstGeom>
          <a:solidFill xmlns:a="http://schemas.openxmlformats.org/drawingml/2006/main">
            <a:srgbClr val="347DA9"/>
          </a:solidFill>
          <a:ln xmlns:a="http://schemas.openxmlformats.org/drawingml/2006/main" w="0">
            <a:solidFill>
              <a:srgbClr val="347DA9"/>
            </a:solidFill>
          </a:ln>
        </p:spPr>
      </p:sp>
      <p:sp>
        <p:nvSpPr>
          <p:cNvPr id="144" name="target-time-144">
            <a:extLst xmlns:a="http://schemas.openxmlformats.org/drawingml/2006/main">
              <a:ext uri="{FF2B5EF4-FFF2-40B4-BE49-F238E27FC236}">
                <a16:creationId xmlns:a16="http://schemas.microsoft.com/office/drawing/2014/main" id="{0D15E809-64DD-4363-95AC-6FDF3E9E73A6}"/>
              </a:ext>
            </a:extLst>
          </p:cNvPr>
          <p:cNvSpPr>
            <a:spLocks xmlns:a="http://schemas.openxmlformats.org/drawingml/2006/main" noGrp="1"/>
          </p:cNvSpPr>
          <p:nvPr/>
        </p:nvSpPr>
        <p:spPr>
          <a:xfrm xmlns:a="http://schemas.openxmlformats.org/drawingml/2006/main">
            <a:off x="13425488" y="6919913"/>
            <a:ext cx="123825" cy="123825"/>
          </a:xfrm>
          <a:prstGeom xmlns:a="http://schemas.openxmlformats.org/drawingml/2006/main" prst="ellipse">
            <a:avLst/>
          </a:prstGeom>
          <a:solidFill xmlns:a="http://schemas.openxmlformats.org/drawingml/2006/main">
            <a:srgbClr val="CD725D"/>
          </a:solidFill>
          <a:ln xmlns:a="http://schemas.openxmlformats.org/drawingml/2006/main" w="0">
            <a:solidFill>
              <a:srgbClr val="CD725D"/>
            </a:solidFill>
          </a:ln>
        </p:spPr>
      </p:sp>
      <p:sp>
        <p:nvSpPr>
          <p:cNvPr id="145" name="cutoff-boundary-145">
            <a:extLst xmlns:a="http://schemas.openxmlformats.org/drawingml/2006/main">
              <a:ext uri="{FF2B5EF4-FFF2-40B4-BE49-F238E27FC236}">
                <a16:creationId xmlns:a16="http://schemas.microsoft.com/office/drawing/2014/main" id="{C03321C8-9875-4BC0-9FF3-3069CEA5D0A7}"/>
              </a:ext>
            </a:extLst>
          </p:cNvPr>
          <p:cNvSpPr>
            <a:spLocks xmlns:a="http://schemas.openxmlformats.org/drawingml/2006/main" noGrp="1"/>
          </p:cNvSpPr>
          <p:nvPr/>
        </p:nvSpPr>
        <p:spPr>
          <a:xfrm xmlns:a="http://schemas.openxmlformats.org/drawingml/2006/main">
            <a:off x="13234988" y="6657975"/>
            <a:ext cx="953" cy="676275"/>
          </a:xfrm>
          <a:custGeom xmlns:a="http://schemas.openxmlformats.org/drawingml/2006/main">
            <a:pathLst>
              <a:path w="953" h="676275">
                <a:moveTo>
                  <a:pt x="0" y="0"/>
                </a:moveTo>
                <a:lnTo>
                  <a:pt x="0" y="676275"/>
                </a:lnTo>
              </a:path>
            </a:pathLst>
          </a:custGeom>
          <a:noFill xmlns:a="http://schemas.openxmlformats.org/drawingml/2006/main"/>
          <a:ln xmlns:a="http://schemas.openxmlformats.org/drawingml/2006/main" w="15240">
            <a:solidFill>
              <a:srgbClr val="CD725D"/>
            </a:solidFill>
            <a:prstDash val="dash"/>
          </a:ln>
        </p:spPr>
      </p:sp>
      <p:sp>
        <p:nvSpPr>
          <p:cNvPr id="146" name="first-time-146">
            <a:extLst xmlns:a="http://schemas.openxmlformats.org/drawingml/2006/main">
              <a:ext uri="{FF2B5EF4-FFF2-40B4-BE49-F238E27FC236}">
                <a16:creationId xmlns:a16="http://schemas.microsoft.com/office/drawing/2014/main" id="{D06D1ED7-40FA-4E99-9E1C-6C86B574B50F}"/>
              </a:ext>
            </a:extLst>
          </p:cNvPr>
          <p:cNvSpPr>
            <a:spLocks xmlns:a="http://schemas.openxmlformats.org/drawingml/2006/main" noGrp="1"/>
          </p:cNvSpPr>
          <p:nvPr/>
        </p:nvSpPr>
        <p:spPr>
          <a:xfrm xmlns:a="http://schemas.openxmlformats.org/drawingml/2006/main">
            <a:off x="5200650" y="7086600"/>
            <a:ext cx="466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347DA9"/>
                </a:solidFill>
                <a:latin typeface="STIX Two Math"/>
                <a:ea typeface="STIX Two Math"/>
                <a:cs typeface="STIX Two Math"/>
              </a:defRPr>
            </a:pPr>
            <a:r>
              <a:rPr sz="2025" b="0">
                <a:solidFill>
                  <a:srgbClr val="347DA9"/>
                </a:solidFill>
                <a:latin typeface="STIX Two Math"/>
                <a:ea typeface="STIX Two Math"/>
                <a:cs typeface="STIX Two Math"/>
              </a:rPr>
              <a:t>t₀</a:t>
            </a:r>
          </a:p>
        </p:txBody>
      </p:sp>
      <p:sp>
        <p:nvSpPr>
          <p:cNvPr id="147" name="last-time-147">
            <a:extLst xmlns:a="http://schemas.openxmlformats.org/drawingml/2006/main">
              <a:ext uri="{FF2B5EF4-FFF2-40B4-BE49-F238E27FC236}">
                <a16:creationId xmlns:a16="http://schemas.microsoft.com/office/drawing/2014/main" id="{43DC1061-2254-46F2-87D6-A48ECC91F5B4}"/>
              </a:ext>
            </a:extLst>
          </p:cNvPr>
          <p:cNvSpPr>
            <a:spLocks xmlns:a="http://schemas.openxmlformats.org/drawingml/2006/main" noGrp="1"/>
          </p:cNvSpPr>
          <p:nvPr/>
        </p:nvSpPr>
        <p:spPr>
          <a:xfrm xmlns:a="http://schemas.openxmlformats.org/drawingml/2006/main">
            <a:off x="12563475" y="7086600"/>
            <a:ext cx="7905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347DA9"/>
                </a:solidFill>
                <a:latin typeface="STIX Two Math"/>
                <a:ea typeface="STIX Two Math"/>
                <a:cs typeface="STIX Two Math"/>
              </a:defRPr>
            </a:pPr>
            <a:r>
              <a:rPr sz="2025" b="0">
                <a:solidFill>
                  <a:srgbClr val="347DA9"/>
                </a:solidFill>
                <a:latin typeface="STIX Two Math"/>
                <a:ea typeface="STIX Two Math"/>
                <a:cs typeface="STIX Two Math"/>
              </a:rPr>
              <a:t>tₘ₋₁</a:t>
            </a:r>
          </a:p>
        </p:txBody>
      </p:sp>
      <p:sp>
        <p:nvSpPr>
          <p:cNvPr id="148" name="target-time-label-148">
            <a:extLst xmlns:a="http://schemas.openxmlformats.org/drawingml/2006/main">
              <a:ext uri="{FF2B5EF4-FFF2-40B4-BE49-F238E27FC236}">
                <a16:creationId xmlns:a16="http://schemas.microsoft.com/office/drawing/2014/main" id="{93FCB333-D459-487B-9D24-43707ED29D71}"/>
              </a:ext>
            </a:extLst>
          </p:cNvPr>
          <p:cNvSpPr>
            <a:spLocks xmlns:a="http://schemas.openxmlformats.org/drawingml/2006/main" noGrp="1"/>
          </p:cNvSpPr>
          <p:nvPr/>
        </p:nvSpPr>
        <p:spPr>
          <a:xfrm xmlns:a="http://schemas.openxmlformats.org/drawingml/2006/main">
            <a:off x="13239750" y="7086600"/>
            <a:ext cx="5048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CD725D"/>
                </a:solidFill>
                <a:latin typeface="STIX Two Math"/>
                <a:ea typeface="STIX Two Math"/>
                <a:cs typeface="STIX Two Math"/>
              </a:defRPr>
            </a:pPr>
            <a:r>
              <a:rPr sz="2025" b="0">
                <a:solidFill>
                  <a:srgbClr val="CD725D"/>
                </a:solidFill>
                <a:latin typeface="STIX Two Math"/>
                <a:ea typeface="STIX Two Math"/>
                <a:cs typeface="STIX Two Math"/>
              </a:rPr>
              <a:t>tₘ</a:t>
            </a:r>
          </a:p>
        </p:txBody>
      </p:sp>
      <p:sp>
        <p:nvSpPr>
          <p:cNvPr id="149" name="observed-history-bracket-149">
            <a:extLst xmlns:a="http://schemas.openxmlformats.org/drawingml/2006/main">
              <a:ext uri="{FF2B5EF4-FFF2-40B4-BE49-F238E27FC236}">
                <a16:creationId xmlns:a16="http://schemas.microsoft.com/office/drawing/2014/main" id="{10DE48CC-A792-4C0F-B217-8453E6CEB49C}"/>
              </a:ext>
            </a:extLst>
          </p:cNvPr>
          <p:cNvSpPr>
            <a:spLocks xmlns:a="http://schemas.openxmlformats.org/drawingml/2006/main" noGrp="1"/>
          </p:cNvSpPr>
          <p:nvPr/>
        </p:nvSpPr>
        <p:spPr>
          <a:xfrm xmlns:a="http://schemas.openxmlformats.org/drawingml/2006/main">
            <a:off x="5410200" y="7524750"/>
            <a:ext cx="7572375" cy="85725"/>
          </a:xfrm>
          <a:custGeom xmlns:a="http://schemas.openxmlformats.org/drawingml/2006/main">
            <a:pathLst>
              <a:path w="7572375" h="85725">
                <a:moveTo>
                  <a:pt x="0" y="0"/>
                </a:moveTo>
                <a:lnTo>
                  <a:pt x="0" y="85725"/>
                </a:lnTo>
                <a:lnTo>
                  <a:pt x="7572375" y="85725"/>
                </a:lnTo>
                <a:lnTo>
                  <a:pt x="7572375" y="0"/>
                </a:lnTo>
              </a:path>
            </a:pathLst>
          </a:custGeom>
          <a:noFill xmlns:a="http://schemas.openxmlformats.org/drawingml/2006/main"/>
          <a:ln xmlns:a="http://schemas.openxmlformats.org/drawingml/2006/main" w="14288">
            <a:solidFill>
              <a:srgbClr val="347DA9"/>
            </a:solidFill>
            <a:prstDash val="solid"/>
          </a:ln>
        </p:spPr>
      </p:sp>
      <p:sp>
        <p:nvSpPr>
          <p:cNvPr id="150" name="forecast-bracket-150">
            <a:extLst xmlns:a="http://schemas.openxmlformats.org/drawingml/2006/main">
              <a:ext uri="{FF2B5EF4-FFF2-40B4-BE49-F238E27FC236}">
                <a16:creationId xmlns:a16="http://schemas.microsoft.com/office/drawing/2014/main" id="{7330A267-AB53-4C18-AFCC-2A5FCD30E028}"/>
              </a:ext>
            </a:extLst>
          </p:cNvPr>
          <p:cNvSpPr>
            <a:spLocks xmlns:a="http://schemas.openxmlformats.org/drawingml/2006/main" noGrp="1"/>
          </p:cNvSpPr>
          <p:nvPr/>
        </p:nvSpPr>
        <p:spPr>
          <a:xfrm xmlns:a="http://schemas.openxmlformats.org/drawingml/2006/main">
            <a:off x="12982575" y="7524750"/>
            <a:ext cx="504825" cy="85725"/>
          </a:xfrm>
          <a:custGeom xmlns:a="http://schemas.openxmlformats.org/drawingml/2006/main">
            <a:pathLst>
              <a:path w="504825" h="85725">
                <a:moveTo>
                  <a:pt x="0" y="0"/>
                </a:moveTo>
                <a:lnTo>
                  <a:pt x="0" y="85725"/>
                </a:lnTo>
                <a:lnTo>
                  <a:pt x="504825" y="85725"/>
                </a:lnTo>
                <a:lnTo>
                  <a:pt x="504825" y="0"/>
                </a:lnTo>
              </a:path>
            </a:pathLst>
          </a:custGeom>
          <a:noFill xmlns:a="http://schemas.openxmlformats.org/drawingml/2006/main"/>
          <a:ln xmlns:a="http://schemas.openxmlformats.org/drawingml/2006/main" w="14288">
            <a:solidFill>
              <a:srgbClr val="CD725D"/>
            </a:solidFill>
            <a:prstDash val="solid"/>
          </a:ln>
        </p:spPr>
      </p:sp>
      <p:sp>
        <p:nvSpPr>
          <p:cNvPr id="151" name="observed-span-label-151">
            <a:extLst xmlns:a="http://schemas.openxmlformats.org/drawingml/2006/main">
              <a:ext uri="{FF2B5EF4-FFF2-40B4-BE49-F238E27FC236}">
                <a16:creationId xmlns:a16="http://schemas.microsoft.com/office/drawing/2014/main" id="{342EAE00-7A2F-417A-AA72-0C205265DD6C}"/>
              </a:ext>
            </a:extLst>
          </p:cNvPr>
          <p:cNvSpPr>
            <a:spLocks xmlns:a="http://schemas.openxmlformats.org/drawingml/2006/main" noGrp="1"/>
          </p:cNvSpPr>
          <p:nvPr/>
        </p:nvSpPr>
        <p:spPr>
          <a:xfrm xmlns:a="http://schemas.openxmlformats.org/drawingml/2006/main">
            <a:off x="6562725" y="7648575"/>
            <a:ext cx="4857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347DA9"/>
                </a:solidFill>
                <a:latin typeface="Arial"/>
                <a:ea typeface="Arial"/>
                <a:cs typeface="Arial"/>
              </a:defRPr>
            </a:pPr>
            <a:r>
              <a:rPr sz="1800" b="0">
                <a:solidFill>
                  <a:srgbClr val="347DA9"/>
                </a:solidFill>
                <a:latin typeface="Arial"/>
                <a:ea typeface="Arial"/>
                <a:cs typeface="Arial"/>
              </a:rPr>
              <a:t>Observed span: (m − 1)Δt</a:t>
            </a:r>
          </a:p>
        </p:txBody>
      </p:sp>
      <p:sp>
        <p:nvSpPr>
          <p:cNvPr id="152" name="forecast-horizon-label-152">
            <a:extLst xmlns:a="http://schemas.openxmlformats.org/drawingml/2006/main">
              <a:ext uri="{FF2B5EF4-FFF2-40B4-BE49-F238E27FC236}">
                <a16:creationId xmlns:a16="http://schemas.microsoft.com/office/drawing/2014/main" id="{2DF7221D-3355-4FEF-81C5-C655ADA318B5}"/>
              </a:ext>
            </a:extLst>
          </p:cNvPr>
          <p:cNvSpPr>
            <a:spLocks xmlns:a="http://schemas.openxmlformats.org/drawingml/2006/main" noGrp="1"/>
          </p:cNvSpPr>
          <p:nvPr/>
        </p:nvSpPr>
        <p:spPr>
          <a:xfrm xmlns:a="http://schemas.openxmlformats.org/drawingml/2006/main">
            <a:off x="12992100" y="7686675"/>
            <a:ext cx="4953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0">
                <a:solidFill>
                  <a:srgbClr val="CD725D"/>
                </a:solidFill>
                <a:latin typeface="STIX Two Math"/>
                <a:ea typeface="STIX Two Math"/>
                <a:cs typeface="STIX Two Math"/>
              </a:defRPr>
            </a:pPr>
            <a:r>
              <a:rPr sz="1875" b="0">
                <a:solidFill>
                  <a:srgbClr val="CD725D"/>
                </a:solidFill>
                <a:latin typeface="STIX Two Math"/>
                <a:ea typeface="STIX Two Math"/>
                <a:cs typeface="STIX Two Math"/>
              </a:rPr>
              <a:t>Δt</a:t>
            </a:r>
          </a:p>
        </p:txBody>
      </p:sp>
      <p:sp>
        <p:nvSpPr>
          <p:cNvPr id="153" name="no-target-observation-153">
            <a:extLst xmlns:a="http://schemas.openxmlformats.org/drawingml/2006/main">
              <a:ext uri="{FF2B5EF4-FFF2-40B4-BE49-F238E27FC236}">
                <a16:creationId xmlns:a16="http://schemas.microsoft.com/office/drawing/2014/main" id="{ABD88F62-AAEA-4234-A77C-8334918E45AE}"/>
              </a:ext>
            </a:extLst>
          </p:cNvPr>
          <p:cNvSpPr>
            <a:spLocks xmlns:a="http://schemas.openxmlformats.org/drawingml/2006/main" noGrp="1"/>
          </p:cNvSpPr>
          <p:nvPr/>
        </p:nvSpPr>
        <p:spPr>
          <a:xfrm xmlns:a="http://schemas.openxmlformats.org/drawingml/2006/main">
            <a:off x="11734800" y="6400800"/>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CD725D"/>
                </a:solidFill>
                <a:latin typeface="Arial"/>
                <a:ea typeface="Arial"/>
                <a:cs typeface="Arial"/>
              </a:defRPr>
            </a:pPr>
            <a:r>
              <a:rPr sz="1725" b="0">
                <a:solidFill>
                  <a:srgbClr val="CD725D"/>
                </a:solidFill>
                <a:latin typeface="Arial"/>
                <a:ea typeface="Arial"/>
                <a:cs typeface="Arial"/>
              </a:rPr>
              <a:t>xₘ unavailable</a:t>
            </a:r>
          </a:p>
        </p:txBody>
      </p:sp>
      <p:sp>
        <p:nvSpPr>
          <p:cNvPr id="154" name="timing-example-154">
            <a:extLst xmlns:a="http://schemas.openxmlformats.org/drawingml/2006/main">
              <a:ext uri="{FF2B5EF4-FFF2-40B4-BE49-F238E27FC236}">
                <a16:creationId xmlns:a16="http://schemas.microsoft.com/office/drawing/2014/main" id="{192FC0CA-504C-4902-ADED-5ED128CD337B}"/>
              </a:ext>
            </a:extLst>
          </p:cNvPr>
          <p:cNvSpPr>
            <a:spLocks xmlns:a="http://schemas.openxmlformats.org/drawingml/2006/main" noGrp="1"/>
          </p:cNvSpPr>
          <p:nvPr/>
        </p:nvSpPr>
        <p:spPr>
          <a:xfrm xmlns:a="http://schemas.openxmlformats.org/drawingml/2006/main">
            <a:off x="5505450" y="8058150"/>
            <a:ext cx="83058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61737E"/>
                </a:solidFill>
                <a:latin typeface="Arial"/>
                <a:ea typeface="Arial"/>
                <a:cs typeface="Arial"/>
              </a:defRPr>
            </a:pPr>
            <a:r>
              <a:rPr sz="1725" b="0">
                <a:solidFill>
                  <a:srgbClr val="61737E"/>
                </a:solidFill>
                <a:latin typeface="Arial"/>
                <a:ea typeface="Arial"/>
                <a:cs typeface="Arial"/>
              </a:rPr>
              <a:t>m = 16, Δt = 1 ms: 15 ms observed + 1 ms forecast</a:t>
            </a:r>
          </a:p>
        </p:txBody>
      </p:sp>
    </p:spTree>
    <p:extLst>
      <p:ext uri="{BB962C8B-B14F-4D97-AF65-F5344CB8AC3E}">
        <p14:creationId xmlns:p14="http://schemas.microsoft.com/office/powerpoint/2010/main" val="123874004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9" name="panel-letter-a-155">
            <a:extLst xmlns:a="http://schemas.openxmlformats.org/drawingml/2006/main">
              <a:ext uri="{FF2B5EF4-FFF2-40B4-BE49-F238E27FC236}">
                <a16:creationId xmlns:a16="http://schemas.microsoft.com/office/drawing/2014/main" id="{F2091B50-AFAA-415A-9404-730B81DDC318}"/>
              </a:ext>
            </a:extLst>
          </p:cNvPr>
          <p:cNvSpPr>
            <a:spLocks xmlns:a="http://schemas.openxmlformats.org/drawingml/2006/main" noGrp="1"/>
          </p:cNvSpPr>
          <p:nvPr/>
        </p:nvSpPr>
        <p:spPr>
          <a:xfrm xmlns:a="http://schemas.openxmlformats.org/drawingml/2006/main">
            <a:off x="485775" y="409575"/>
            <a:ext cx="2762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25333D"/>
                </a:solidFill>
                <a:latin typeface="Arial"/>
                <a:ea typeface="Arial"/>
                <a:cs typeface="Arial"/>
              </a:defRPr>
            </a:pPr>
            <a:r>
              <a:rPr sz="2325" b="1">
                <a:solidFill>
                  <a:srgbClr val="25333D"/>
                </a:solidFill>
                <a:latin typeface="Arial"/>
                <a:ea typeface="Arial"/>
                <a:cs typeface="Arial"/>
              </a:rPr>
              <a:t>a</a:t>
            </a:r>
          </a:p>
        </p:txBody>
      </p:sp>
      <p:sp>
        <p:nvSpPr>
          <p:cNvPr id="2" name="panel-heading-a-156">
            <a:extLst xmlns:a="http://schemas.openxmlformats.org/drawingml/2006/main">
              <a:ext uri="{FF2B5EF4-FFF2-40B4-BE49-F238E27FC236}">
                <a16:creationId xmlns:a16="http://schemas.microsoft.com/office/drawing/2014/main" id="{EF4C5388-230F-4C42-BB34-5AE9FACB6D78}"/>
              </a:ext>
            </a:extLst>
          </p:cNvPr>
          <p:cNvSpPr>
            <a:spLocks xmlns:a="http://schemas.openxmlformats.org/drawingml/2006/main" noGrp="1"/>
          </p:cNvSpPr>
          <p:nvPr/>
        </p:nvSpPr>
        <p:spPr>
          <a:xfrm xmlns:a="http://schemas.openxmlformats.org/drawingml/2006/main">
            <a:off x="857250" y="409575"/>
            <a:ext cx="41624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25333D"/>
                </a:solidFill>
                <a:latin typeface="Arial"/>
                <a:ea typeface="Arial"/>
                <a:cs typeface="Arial"/>
              </a:defRPr>
            </a:pPr>
            <a:r>
              <a:rPr sz="2025" b="1">
                <a:solidFill>
                  <a:srgbClr val="25333D"/>
                </a:solidFill>
                <a:latin typeface="Arial"/>
                <a:ea typeface="Arial"/>
                <a:cs typeface="Arial"/>
              </a:rPr>
              <a:t>Encoding and initialization</a:t>
            </a:r>
          </a:p>
        </p:txBody>
      </p:sp>
      <p:sp>
        <p:nvSpPr>
          <p:cNvPr id="3" name="panel-letter-b-157">
            <a:extLst xmlns:a="http://schemas.openxmlformats.org/drawingml/2006/main">
              <a:ext uri="{FF2B5EF4-FFF2-40B4-BE49-F238E27FC236}">
                <a16:creationId xmlns:a16="http://schemas.microsoft.com/office/drawing/2014/main" id="{8657B4ED-A513-44D7-B55E-273A0E25B5D8}"/>
              </a:ext>
            </a:extLst>
          </p:cNvPr>
          <p:cNvSpPr>
            <a:spLocks xmlns:a="http://schemas.openxmlformats.org/drawingml/2006/main" noGrp="1"/>
          </p:cNvSpPr>
          <p:nvPr/>
        </p:nvSpPr>
        <p:spPr>
          <a:xfrm xmlns:a="http://schemas.openxmlformats.org/drawingml/2006/main">
            <a:off x="5257800" y="409575"/>
            <a:ext cx="2762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25333D"/>
                </a:solidFill>
                <a:latin typeface="Arial"/>
                <a:ea typeface="Arial"/>
                <a:cs typeface="Arial"/>
              </a:defRPr>
            </a:pPr>
            <a:r>
              <a:rPr sz="2325" b="1">
                <a:solidFill>
                  <a:srgbClr val="25333D"/>
                </a:solidFill>
                <a:latin typeface="Arial"/>
                <a:ea typeface="Arial"/>
                <a:cs typeface="Arial"/>
              </a:rPr>
              <a:t>b</a:t>
            </a:r>
          </a:p>
        </p:txBody>
      </p:sp>
      <p:sp>
        <p:nvSpPr>
          <p:cNvPr id="4" name="panel-heading-b-158">
            <a:extLst xmlns:a="http://schemas.openxmlformats.org/drawingml/2006/main">
              <a:ext uri="{FF2B5EF4-FFF2-40B4-BE49-F238E27FC236}">
                <a16:creationId xmlns:a16="http://schemas.microsoft.com/office/drawing/2014/main" id="{39F71FB5-325D-42CE-91CA-21408F5291C7}"/>
              </a:ext>
            </a:extLst>
          </p:cNvPr>
          <p:cNvSpPr>
            <a:spLocks xmlns:a="http://schemas.openxmlformats.org/drawingml/2006/main" noGrp="1"/>
          </p:cNvSpPr>
          <p:nvPr/>
        </p:nvSpPr>
        <p:spPr>
          <a:xfrm xmlns:a="http://schemas.openxmlformats.org/drawingml/2006/main">
            <a:off x="5629275" y="409575"/>
            <a:ext cx="52482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25333D"/>
                </a:solidFill>
                <a:latin typeface="Arial"/>
                <a:ea typeface="Arial"/>
                <a:cs typeface="Arial"/>
              </a:defRPr>
            </a:pPr>
            <a:r>
              <a:rPr sz="2025" b="1">
                <a:solidFill>
                  <a:srgbClr val="25333D"/>
                </a:solidFill>
                <a:latin typeface="Arial"/>
                <a:ea typeface="Arial"/>
                <a:cs typeface="Arial"/>
              </a:rPr>
              <a:t>Structured latent evolution</a:t>
            </a:r>
          </a:p>
        </p:txBody>
      </p:sp>
      <p:sp>
        <p:nvSpPr>
          <p:cNvPr id="5" name="panel-letter-c-159">
            <a:extLst xmlns:a="http://schemas.openxmlformats.org/drawingml/2006/main">
              <a:ext uri="{FF2B5EF4-FFF2-40B4-BE49-F238E27FC236}">
                <a16:creationId xmlns:a16="http://schemas.microsoft.com/office/drawing/2014/main" id="{4182E8BD-52B2-44BF-9325-CC06F197654D}"/>
              </a:ext>
            </a:extLst>
          </p:cNvPr>
          <p:cNvSpPr>
            <a:spLocks xmlns:a="http://schemas.openxmlformats.org/drawingml/2006/main" noGrp="1"/>
          </p:cNvSpPr>
          <p:nvPr/>
        </p:nvSpPr>
        <p:spPr>
          <a:xfrm xmlns:a="http://schemas.openxmlformats.org/drawingml/2006/main">
            <a:off x="11315700" y="409575"/>
            <a:ext cx="2762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a:solidFill>
                  <a:srgbClr val="25333D"/>
                </a:solidFill>
                <a:latin typeface="Arial"/>
                <a:ea typeface="Arial"/>
                <a:cs typeface="Arial"/>
              </a:defRPr>
            </a:pPr>
            <a:r>
              <a:rPr sz="2325" b="1">
                <a:solidFill>
                  <a:srgbClr val="25333D"/>
                </a:solidFill>
                <a:latin typeface="Arial"/>
                <a:ea typeface="Arial"/>
                <a:cs typeface="Arial"/>
              </a:rPr>
              <a:t>c</a:t>
            </a:r>
          </a:p>
        </p:txBody>
      </p:sp>
      <p:sp>
        <p:nvSpPr>
          <p:cNvPr id="6" name="panel-heading-c-160">
            <a:extLst xmlns:a="http://schemas.openxmlformats.org/drawingml/2006/main">
              <a:ext uri="{FF2B5EF4-FFF2-40B4-BE49-F238E27FC236}">
                <a16:creationId xmlns:a16="http://schemas.microsoft.com/office/drawing/2014/main" id="{73886A57-39AD-4996-9EF9-2EB950E6B95C}"/>
              </a:ext>
            </a:extLst>
          </p:cNvPr>
          <p:cNvSpPr>
            <a:spLocks xmlns:a="http://schemas.openxmlformats.org/drawingml/2006/main" noGrp="1"/>
          </p:cNvSpPr>
          <p:nvPr/>
        </p:nvSpPr>
        <p:spPr>
          <a:xfrm xmlns:a="http://schemas.openxmlformats.org/drawingml/2006/main">
            <a:off x="11687175" y="409575"/>
            <a:ext cx="2590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1">
                <a:solidFill>
                  <a:srgbClr val="25333D"/>
                </a:solidFill>
                <a:latin typeface="Arial"/>
                <a:ea typeface="Arial"/>
                <a:cs typeface="Arial"/>
              </a:defRPr>
            </a:pPr>
            <a:r>
              <a:rPr sz="2025" b="1">
                <a:solidFill>
                  <a:srgbClr val="25333D"/>
                </a:solidFill>
                <a:latin typeface="Arial"/>
                <a:ea typeface="Arial"/>
                <a:cs typeface="Arial"/>
              </a:rPr>
              <a:t>Additive readout</a:t>
            </a:r>
          </a:p>
        </p:txBody>
      </p:sp>
      <p:sp>
        <p:nvSpPr>
          <p:cNvPr id="7" name="standardized-history-label-161">
            <a:extLst xmlns:a="http://schemas.openxmlformats.org/drawingml/2006/main">
              <a:ext uri="{FF2B5EF4-FFF2-40B4-BE49-F238E27FC236}">
                <a16:creationId xmlns:a16="http://schemas.microsoft.com/office/drawing/2014/main" id="{46B92264-B20C-4DD4-A842-117A47524BAE}"/>
              </a:ext>
            </a:extLst>
          </p:cNvPr>
          <p:cNvSpPr>
            <a:spLocks xmlns:a="http://schemas.openxmlformats.org/drawingml/2006/main" noGrp="1"/>
          </p:cNvSpPr>
          <p:nvPr/>
        </p:nvSpPr>
        <p:spPr>
          <a:xfrm xmlns:a="http://schemas.openxmlformats.org/drawingml/2006/main">
            <a:off x="476250" y="1238250"/>
            <a:ext cx="16859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25333D"/>
                </a:solidFill>
                <a:latin typeface="Arial"/>
                <a:ea typeface="Arial"/>
                <a:cs typeface="Arial"/>
              </a:defRPr>
            </a:pPr>
            <a:r>
              <a:rPr sz="1800" b="0">
                <a:solidFill>
                  <a:srgbClr val="25333D"/>
                </a:solidFill>
                <a:latin typeface="Arial"/>
                <a:ea typeface="Arial"/>
                <a:cs typeface="Arial"/>
              </a:rPr>
              <a:t>Standardized</a:t>
            </a:r>
          </a:p>
          <a:p xmlns:a="http://schemas.openxmlformats.org/drawingml/2006/main">
            <a:pPr algn="ctr">
              <a:defRPr sz="1800" b="0">
                <a:solidFill>
                  <a:srgbClr val="25333D"/>
                </a:solidFill>
                <a:latin typeface="Arial"/>
                <a:ea typeface="Arial"/>
                <a:cs typeface="Arial"/>
              </a:defRPr>
            </a:pPr>
            <a:r>
              <a:rPr sz="1800" b="0">
                <a:solidFill>
                  <a:srgbClr val="25333D"/>
                </a:solidFill>
                <a:latin typeface="Arial"/>
                <a:ea typeface="Arial"/>
                <a:cs typeface="Arial"/>
              </a:rPr>
              <a:t>response history</a:t>
            </a:r>
          </a:p>
        </p:txBody>
      </p:sp>
      <p:sp>
        <p:nvSpPr>
          <p:cNvPr id="8" name="acceleration-history-0-162">
            <a:extLst xmlns:a="http://schemas.openxmlformats.org/drawingml/2006/main">
              <a:ext uri="{FF2B5EF4-FFF2-40B4-BE49-F238E27FC236}">
                <a16:creationId xmlns:a16="http://schemas.microsoft.com/office/drawing/2014/main" id="{481B7DDE-5DC3-4BCC-9801-37CF3FE1ADD3}"/>
              </a:ext>
            </a:extLst>
          </p:cNvPr>
          <p:cNvSpPr>
            <a:spLocks xmlns:a="http://schemas.openxmlformats.org/drawingml/2006/main" noGrp="1"/>
          </p:cNvSpPr>
          <p:nvPr/>
        </p:nvSpPr>
        <p:spPr>
          <a:xfrm xmlns:a="http://schemas.openxmlformats.org/drawingml/2006/main">
            <a:off x="838200" y="2305050"/>
            <a:ext cx="352425" cy="66675"/>
          </a:xfrm>
          <a:prstGeom xmlns:a="http://schemas.openxmlformats.org/drawingml/2006/main" prst="rect">
            <a:avLst/>
          </a:prstGeom>
          <a:solidFill xmlns:a="http://schemas.openxmlformats.org/drawingml/2006/main">
            <a:srgbClr val="E9F2F8"/>
          </a:solidFill>
          <a:ln xmlns:a="http://schemas.openxmlformats.org/drawingml/2006/main" w="0">
            <a:noFill/>
            <a:prstDash val="solid"/>
          </a:ln>
        </p:spPr>
      </p:sp>
      <p:sp>
        <p:nvSpPr>
          <p:cNvPr id="9" name="uplift-history-0-163">
            <a:extLst xmlns:a="http://schemas.openxmlformats.org/drawingml/2006/main">
              <a:ext uri="{FF2B5EF4-FFF2-40B4-BE49-F238E27FC236}">
                <a16:creationId xmlns:a16="http://schemas.microsoft.com/office/drawing/2014/main" id="{3368C046-AB82-4D18-AE1A-8BACAAA3605B}"/>
              </a:ext>
            </a:extLst>
          </p:cNvPr>
          <p:cNvSpPr>
            <a:spLocks xmlns:a="http://schemas.openxmlformats.org/drawingml/2006/main" noGrp="1"/>
          </p:cNvSpPr>
          <p:nvPr/>
        </p:nvSpPr>
        <p:spPr>
          <a:xfrm xmlns:a="http://schemas.openxmlformats.org/drawingml/2006/main">
            <a:off x="1228725" y="2305050"/>
            <a:ext cx="352425" cy="66675"/>
          </a:xfrm>
          <a:prstGeom xmlns:a="http://schemas.openxmlformats.org/drawingml/2006/main" prst="rect">
            <a:avLst/>
          </a:prstGeom>
          <a:solidFill xmlns:a="http://schemas.openxmlformats.org/drawingml/2006/main">
            <a:srgbClr val="E8F4EF"/>
          </a:solidFill>
          <a:ln xmlns:a="http://schemas.openxmlformats.org/drawingml/2006/main" w="0">
            <a:noFill/>
            <a:prstDash val="solid"/>
          </a:ln>
        </p:spPr>
      </p:sp>
      <p:sp>
        <p:nvSpPr>
          <p:cNvPr id="10" name="acceleration-history-1-164">
            <a:extLst xmlns:a="http://schemas.openxmlformats.org/drawingml/2006/main">
              <a:ext uri="{FF2B5EF4-FFF2-40B4-BE49-F238E27FC236}">
                <a16:creationId xmlns:a16="http://schemas.microsoft.com/office/drawing/2014/main" id="{ECD6646A-7B36-429E-88B3-B0C3935ADC5B}"/>
              </a:ext>
            </a:extLst>
          </p:cNvPr>
          <p:cNvSpPr>
            <a:spLocks xmlns:a="http://schemas.openxmlformats.org/drawingml/2006/main" noGrp="1"/>
          </p:cNvSpPr>
          <p:nvPr/>
        </p:nvSpPr>
        <p:spPr>
          <a:xfrm xmlns:a="http://schemas.openxmlformats.org/drawingml/2006/main">
            <a:off x="838200" y="2381250"/>
            <a:ext cx="352425" cy="66675"/>
          </a:xfrm>
          <a:prstGeom xmlns:a="http://schemas.openxmlformats.org/drawingml/2006/main" prst="rect">
            <a:avLst/>
          </a:prstGeom>
          <a:solidFill xmlns:a="http://schemas.openxmlformats.org/drawingml/2006/main">
            <a:srgbClr val="E9F2F8"/>
          </a:solidFill>
          <a:ln xmlns:a="http://schemas.openxmlformats.org/drawingml/2006/main" w="0">
            <a:noFill/>
            <a:prstDash val="solid"/>
          </a:ln>
        </p:spPr>
      </p:sp>
      <p:sp>
        <p:nvSpPr>
          <p:cNvPr id="11" name="uplift-history-1-165">
            <a:extLst xmlns:a="http://schemas.openxmlformats.org/drawingml/2006/main">
              <a:ext uri="{FF2B5EF4-FFF2-40B4-BE49-F238E27FC236}">
                <a16:creationId xmlns:a16="http://schemas.microsoft.com/office/drawing/2014/main" id="{C9609166-91D9-4007-BE19-5F4B81451830}"/>
              </a:ext>
            </a:extLst>
          </p:cNvPr>
          <p:cNvSpPr>
            <a:spLocks xmlns:a="http://schemas.openxmlformats.org/drawingml/2006/main" noGrp="1"/>
          </p:cNvSpPr>
          <p:nvPr/>
        </p:nvSpPr>
        <p:spPr>
          <a:xfrm xmlns:a="http://schemas.openxmlformats.org/drawingml/2006/main">
            <a:off x="1228725" y="2381250"/>
            <a:ext cx="352425" cy="66675"/>
          </a:xfrm>
          <a:prstGeom xmlns:a="http://schemas.openxmlformats.org/drawingml/2006/main" prst="rect">
            <a:avLst/>
          </a:prstGeom>
          <a:solidFill xmlns:a="http://schemas.openxmlformats.org/drawingml/2006/main">
            <a:srgbClr val="E8F4EF"/>
          </a:solidFill>
          <a:ln xmlns:a="http://schemas.openxmlformats.org/drawingml/2006/main" w="0">
            <a:noFill/>
            <a:prstDash val="solid"/>
          </a:ln>
        </p:spPr>
      </p:sp>
      <p:sp>
        <p:nvSpPr>
          <p:cNvPr id="12" name="acceleration-history-2-166">
            <a:extLst xmlns:a="http://schemas.openxmlformats.org/drawingml/2006/main">
              <a:ext uri="{FF2B5EF4-FFF2-40B4-BE49-F238E27FC236}">
                <a16:creationId xmlns:a16="http://schemas.microsoft.com/office/drawing/2014/main" id="{6842A2D2-8392-4AF4-8D6C-14C2927B38F1}"/>
              </a:ext>
            </a:extLst>
          </p:cNvPr>
          <p:cNvSpPr>
            <a:spLocks xmlns:a="http://schemas.openxmlformats.org/drawingml/2006/main" noGrp="1"/>
          </p:cNvSpPr>
          <p:nvPr/>
        </p:nvSpPr>
        <p:spPr>
          <a:xfrm xmlns:a="http://schemas.openxmlformats.org/drawingml/2006/main">
            <a:off x="838200" y="2457450"/>
            <a:ext cx="352425" cy="66675"/>
          </a:xfrm>
          <a:prstGeom xmlns:a="http://schemas.openxmlformats.org/drawingml/2006/main" prst="rect">
            <a:avLst/>
          </a:prstGeom>
          <a:solidFill xmlns:a="http://schemas.openxmlformats.org/drawingml/2006/main">
            <a:srgbClr val="E9F2F8"/>
          </a:solidFill>
          <a:ln xmlns:a="http://schemas.openxmlformats.org/drawingml/2006/main" w="0">
            <a:noFill/>
            <a:prstDash val="solid"/>
          </a:ln>
        </p:spPr>
      </p:sp>
      <p:sp>
        <p:nvSpPr>
          <p:cNvPr id="13" name="uplift-history-2-167">
            <a:extLst xmlns:a="http://schemas.openxmlformats.org/drawingml/2006/main">
              <a:ext uri="{FF2B5EF4-FFF2-40B4-BE49-F238E27FC236}">
                <a16:creationId xmlns:a16="http://schemas.microsoft.com/office/drawing/2014/main" id="{2A509444-E561-4761-8DF9-4753EDCD21C3}"/>
              </a:ext>
            </a:extLst>
          </p:cNvPr>
          <p:cNvSpPr>
            <a:spLocks xmlns:a="http://schemas.openxmlformats.org/drawingml/2006/main" noGrp="1"/>
          </p:cNvSpPr>
          <p:nvPr/>
        </p:nvSpPr>
        <p:spPr>
          <a:xfrm xmlns:a="http://schemas.openxmlformats.org/drawingml/2006/main">
            <a:off x="1228725" y="2457450"/>
            <a:ext cx="352425" cy="66675"/>
          </a:xfrm>
          <a:prstGeom xmlns:a="http://schemas.openxmlformats.org/drawingml/2006/main" prst="rect">
            <a:avLst/>
          </a:prstGeom>
          <a:solidFill xmlns:a="http://schemas.openxmlformats.org/drawingml/2006/main">
            <a:srgbClr val="E8F4EF"/>
          </a:solidFill>
          <a:ln xmlns:a="http://schemas.openxmlformats.org/drawingml/2006/main" w="0">
            <a:noFill/>
            <a:prstDash val="solid"/>
          </a:ln>
        </p:spPr>
      </p:sp>
      <p:sp>
        <p:nvSpPr>
          <p:cNvPr id="14" name="acceleration-history-3-168">
            <a:extLst xmlns:a="http://schemas.openxmlformats.org/drawingml/2006/main">
              <a:ext uri="{FF2B5EF4-FFF2-40B4-BE49-F238E27FC236}">
                <a16:creationId xmlns:a16="http://schemas.microsoft.com/office/drawing/2014/main" id="{D30CC9BE-5629-4DDB-860C-895F9A7F2D2A}"/>
              </a:ext>
            </a:extLst>
          </p:cNvPr>
          <p:cNvSpPr>
            <a:spLocks xmlns:a="http://schemas.openxmlformats.org/drawingml/2006/main" noGrp="1"/>
          </p:cNvSpPr>
          <p:nvPr/>
        </p:nvSpPr>
        <p:spPr>
          <a:xfrm xmlns:a="http://schemas.openxmlformats.org/drawingml/2006/main">
            <a:off x="838200" y="2533650"/>
            <a:ext cx="352425" cy="66675"/>
          </a:xfrm>
          <a:prstGeom xmlns:a="http://schemas.openxmlformats.org/drawingml/2006/main" prst="rect">
            <a:avLst/>
          </a:prstGeom>
          <a:solidFill xmlns:a="http://schemas.openxmlformats.org/drawingml/2006/main">
            <a:srgbClr val="E9F2F8"/>
          </a:solidFill>
          <a:ln xmlns:a="http://schemas.openxmlformats.org/drawingml/2006/main" w="0">
            <a:noFill/>
            <a:prstDash val="solid"/>
          </a:ln>
        </p:spPr>
      </p:sp>
      <p:sp>
        <p:nvSpPr>
          <p:cNvPr id="15" name="uplift-history-3-169">
            <a:extLst xmlns:a="http://schemas.openxmlformats.org/drawingml/2006/main">
              <a:ext uri="{FF2B5EF4-FFF2-40B4-BE49-F238E27FC236}">
                <a16:creationId xmlns:a16="http://schemas.microsoft.com/office/drawing/2014/main" id="{6565F3FC-AD04-4016-8155-DA17E275882F}"/>
              </a:ext>
            </a:extLst>
          </p:cNvPr>
          <p:cNvSpPr>
            <a:spLocks xmlns:a="http://schemas.openxmlformats.org/drawingml/2006/main" noGrp="1"/>
          </p:cNvSpPr>
          <p:nvPr/>
        </p:nvSpPr>
        <p:spPr>
          <a:xfrm xmlns:a="http://schemas.openxmlformats.org/drawingml/2006/main">
            <a:off x="1228725" y="2533650"/>
            <a:ext cx="352425" cy="66675"/>
          </a:xfrm>
          <a:prstGeom xmlns:a="http://schemas.openxmlformats.org/drawingml/2006/main" prst="rect">
            <a:avLst/>
          </a:prstGeom>
          <a:solidFill xmlns:a="http://schemas.openxmlformats.org/drawingml/2006/main">
            <a:srgbClr val="E8F4EF"/>
          </a:solidFill>
          <a:ln xmlns:a="http://schemas.openxmlformats.org/drawingml/2006/main" w="0">
            <a:noFill/>
            <a:prstDash val="solid"/>
          </a:ln>
        </p:spPr>
      </p:sp>
      <p:sp>
        <p:nvSpPr>
          <p:cNvPr id="16" name="acceleration-history-4-170">
            <a:extLst xmlns:a="http://schemas.openxmlformats.org/drawingml/2006/main">
              <a:ext uri="{FF2B5EF4-FFF2-40B4-BE49-F238E27FC236}">
                <a16:creationId xmlns:a16="http://schemas.microsoft.com/office/drawing/2014/main" id="{0EA62DC9-02CA-46D5-9C2A-AD9512725D5F}"/>
              </a:ext>
            </a:extLst>
          </p:cNvPr>
          <p:cNvSpPr>
            <a:spLocks xmlns:a="http://schemas.openxmlformats.org/drawingml/2006/main" noGrp="1"/>
          </p:cNvSpPr>
          <p:nvPr/>
        </p:nvSpPr>
        <p:spPr>
          <a:xfrm xmlns:a="http://schemas.openxmlformats.org/drawingml/2006/main">
            <a:off x="838200" y="2609850"/>
            <a:ext cx="352425" cy="66675"/>
          </a:xfrm>
          <a:prstGeom xmlns:a="http://schemas.openxmlformats.org/drawingml/2006/main" prst="rect">
            <a:avLst/>
          </a:prstGeom>
          <a:solidFill xmlns:a="http://schemas.openxmlformats.org/drawingml/2006/main">
            <a:srgbClr val="E9F2F8"/>
          </a:solidFill>
          <a:ln xmlns:a="http://schemas.openxmlformats.org/drawingml/2006/main" w="0">
            <a:noFill/>
            <a:prstDash val="solid"/>
          </a:ln>
        </p:spPr>
      </p:sp>
      <p:sp>
        <p:nvSpPr>
          <p:cNvPr id="17" name="uplift-history-4-171">
            <a:extLst xmlns:a="http://schemas.openxmlformats.org/drawingml/2006/main">
              <a:ext uri="{FF2B5EF4-FFF2-40B4-BE49-F238E27FC236}">
                <a16:creationId xmlns:a16="http://schemas.microsoft.com/office/drawing/2014/main" id="{5C3DFD91-786D-4D71-9413-5F07C328FECA}"/>
              </a:ext>
            </a:extLst>
          </p:cNvPr>
          <p:cNvSpPr>
            <a:spLocks xmlns:a="http://schemas.openxmlformats.org/drawingml/2006/main" noGrp="1"/>
          </p:cNvSpPr>
          <p:nvPr/>
        </p:nvSpPr>
        <p:spPr>
          <a:xfrm xmlns:a="http://schemas.openxmlformats.org/drawingml/2006/main">
            <a:off x="1228725" y="2609850"/>
            <a:ext cx="352425" cy="66675"/>
          </a:xfrm>
          <a:prstGeom xmlns:a="http://schemas.openxmlformats.org/drawingml/2006/main" prst="rect">
            <a:avLst/>
          </a:prstGeom>
          <a:solidFill xmlns:a="http://schemas.openxmlformats.org/drawingml/2006/main">
            <a:srgbClr val="E8F4EF"/>
          </a:solidFill>
          <a:ln xmlns:a="http://schemas.openxmlformats.org/drawingml/2006/main" w="0">
            <a:noFill/>
            <a:prstDash val="solid"/>
          </a:ln>
        </p:spPr>
      </p:sp>
      <p:sp>
        <p:nvSpPr>
          <p:cNvPr id="18" name="acceleration-history-5-172">
            <a:extLst xmlns:a="http://schemas.openxmlformats.org/drawingml/2006/main">
              <a:ext uri="{FF2B5EF4-FFF2-40B4-BE49-F238E27FC236}">
                <a16:creationId xmlns:a16="http://schemas.microsoft.com/office/drawing/2014/main" id="{5B882846-D697-4982-9E95-7AA30CF14DC4}"/>
              </a:ext>
            </a:extLst>
          </p:cNvPr>
          <p:cNvSpPr>
            <a:spLocks xmlns:a="http://schemas.openxmlformats.org/drawingml/2006/main" noGrp="1"/>
          </p:cNvSpPr>
          <p:nvPr/>
        </p:nvSpPr>
        <p:spPr>
          <a:xfrm xmlns:a="http://schemas.openxmlformats.org/drawingml/2006/main">
            <a:off x="838200" y="2686050"/>
            <a:ext cx="352425" cy="66675"/>
          </a:xfrm>
          <a:prstGeom xmlns:a="http://schemas.openxmlformats.org/drawingml/2006/main" prst="rect">
            <a:avLst/>
          </a:prstGeom>
          <a:solidFill xmlns:a="http://schemas.openxmlformats.org/drawingml/2006/main">
            <a:srgbClr val="E9F2F8"/>
          </a:solidFill>
          <a:ln xmlns:a="http://schemas.openxmlformats.org/drawingml/2006/main" w="0">
            <a:noFill/>
            <a:prstDash val="solid"/>
          </a:ln>
        </p:spPr>
      </p:sp>
      <p:sp>
        <p:nvSpPr>
          <p:cNvPr id="19" name="uplift-history-5-173">
            <a:extLst xmlns:a="http://schemas.openxmlformats.org/drawingml/2006/main">
              <a:ext uri="{FF2B5EF4-FFF2-40B4-BE49-F238E27FC236}">
                <a16:creationId xmlns:a16="http://schemas.microsoft.com/office/drawing/2014/main" id="{A2626FED-635C-436A-82D6-D22D1F0CDD06}"/>
              </a:ext>
            </a:extLst>
          </p:cNvPr>
          <p:cNvSpPr>
            <a:spLocks xmlns:a="http://schemas.openxmlformats.org/drawingml/2006/main" noGrp="1"/>
          </p:cNvSpPr>
          <p:nvPr/>
        </p:nvSpPr>
        <p:spPr>
          <a:xfrm xmlns:a="http://schemas.openxmlformats.org/drawingml/2006/main">
            <a:off x="1228725" y="2686050"/>
            <a:ext cx="352425" cy="66675"/>
          </a:xfrm>
          <a:prstGeom xmlns:a="http://schemas.openxmlformats.org/drawingml/2006/main" prst="rect">
            <a:avLst/>
          </a:prstGeom>
          <a:solidFill xmlns:a="http://schemas.openxmlformats.org/drawingml/2006/main">
            <a:srgbClr val="E8F4EF"/>
          </a:solidFill>
          <a:ln xmlns:a="http://schemas.openxmlformats.org/drawingml/2006/main" w="0">
            <a:noFill/>
            <a:prstDash val="solid"/>
          </a:ln>
        </p:spPr>
      </p:sp>
      <p:sp>
        <p:nvSpPr>
          <p:cNvPr id="20" name="acceleration-history-6-174">
            <a:extLst xmlns:a="http://schemas.openxmlformats.org/drawingml/2006/main">
              <a:ext uri="{FF2B5EF4-FFF2-40B4-BE49-F238E27FC236}">
                <a16:creationId xmlns:a16="http://schemas.microsoft.com/office/drawing/2014/main" id="{BEEEE31C-41C0-4E90-945D-4ECFCFBC6E0A}"/>
              </a:ext>
            </a:extLst>
          </p:cNvPr>
          <p:cNvSpPr>
            <a:spLocks xmlns:a="http://schemas.openxmlformats.org/drawingml/2006/main" noGrp="1"/>
          </p:cNvSpPr>
          <p:nvPr/>
        </p:nvSpPr>
        <p:spPr>
          <a:xfrm xmlns:a="http://schemas.openxmlformats.org/drawingml/2006/main">
            <a:off x="838200" y="2762250"/>
            <a:ext cx="352425" cy="66675"/>
          </a:xfrm>
          <a:prstGeom xmlns:a="http://schemas.openxmlformats.org/drawingml/2006/main" prst="rect">
            <a:avLst/>
          </a:prstGeom>
          <a:solidFill xmlns:a="http://schemas.openxmlformats.org/drawingml/2006/main">
            <a:srgbClr val="E9F2F8"/>
          </a:solidFill>
          <a:ln xmlns:a="http://schemas.openxmlformats.org/drawingml/2006/main" w="0">
            <a:noFill/>
            <a:prstDash val="solid"/>
          </a:ln>
        </p:spPr>
      </p:sp>
      <p:sp>
        <p:nvSpPr>
          <p:cNvPr id="21" name="uplift-history-6-175">
            <a:extLst xmlns:a="http://schemas.openxmlformats.org/drawingml/2006/main">
              <a:ext uri="{FF2B5EF4-FFF2-40B4-BE49-F238E27FC236}">
                <a16:creationId xmlns:a16="http://schemas.microsoft.com/office/drawing/2014/main" id="{ABD13532-86A1-4182-907A-7FB4AEE4C24C}"/>
              </a:ext>
            </a:extLst>
          </p:cNvPr>
          <p:cNvSpPr>
            <a:spLocks xmlns:a="http://schemas.openxmlformats.org/drawingml/2006/main" noGrp="1"/>
          </p:cNvSpPr>
          <p:nvPr/>
        </p:nvSpPr>
        <p:spPr>
          <a:xfrm xmlns:a="http://schemas.openxmlformats.org/drawingml/2006/main">
            <a:off x="1228725" y="2762250"/>
            <a:ext cx="352425" cy="66675"/>
          </a:xfrm>
          <a:prstGeom xmlns:a="http://schemas.openxmlformats.org/drawingml/2006/main" prst="rect">
            <a:avLst/>
          </a:prstGeom>
          <a:solidFill xmlns:a="http://schemas.openxmlformats.org/drawingml/2006/main">
            <a:srgbClr val="E8F4EF"/>
          </a:solidFill>
          <a:ln xmlns:a="http://schemas.openxmlformats.org/drawingml/2006/main" w="0">
            <a:noFill/>
            <a:prstDash val="solid"/>
          </a:ln>
        </p:spPr>
      </p:sp>
      <p:sp>
        <p:nvSpPr>
          <p:cNvPr id="22" name="acceleration-history-7-176">
            <a:extLst xmlns:a="http://schemas.openxmlformats.org/drawingml/2006/main">
              <a:ext uri="{FF2B5EF4-FFF2-40B4-BE49-F238E27FC236}">
                <a16:creationId xmlns:a16="http://schemas.microsoft.com/office/drawing/2014/main" id="{F729EC5D-60FB-4149-A2A3-D801D89391EA}"/>
              </a:ext>
            </a:extLst>
          </p:cNvPr>
          <p:cNvSpPr>
            <a:spLocks xmlns:a="http://schemas.openxmlformats.org/drawingml/2006/main" noGrp="1"/>
          </p:cNvSpPr>
          <p:nvPr/>
        </p:nvSpPr>
        <p:spPr>
          <a:xfrm xmlns:a="http://schemas.openxmlformats.org/drawingml/2006/main">
            <a:off x="838200" y="2838450"/>
            <a:ext cx="352425" cy="66675"/>
          </a:xfrm>
          <a:prstGeom xmlns:a="http://schemas.openxmlformats.org/drawingml/2006/main" prst="rect">
            <a:avLst/>
          </a:prstGeom>
          <a:solidFill xmlns:a="http://schemas.openxmlformats.org/drawingml/2006/main">
            <a:srgbClr val="E9F2F8"/>
          </a:solidFill>
          <a:ln xmlns:a="http://schemas.openxmlformats.org/drawingml/2006/main" w="0">
            <a:noFill/>
            <a:prstDash val="solid"/>
          </a:ln>
        </p:spPr>
      </p:sp>
      <p:sp>
        <p:nvSpPr>
          <p:cNvPr id="23" name="uplift-history-7-177">
            <a:extLst xmlns:a="http://schemas.openxmlformats.org/drawingml/2006/main">
              <a:ext uri="{FF2B5EF4-FFF2-40B4-BE49-F238E27FC236}">
                <a16:creationId xmlns:a16="http://schemas.microsoft.com/office/drawing/2014/main" id="{14AA2C6E-DE14-431E-A458-6ED7A3BFF941}"/>
              </a:ext>
            </a:extLst>
          </p:cNvPr>
          <p:cNvSpPr>
            <a:spLocks xmlns:a="http://schemas.openxmlformats.org/drawingml/2006/main" noGrp="1"/>
          </p:cNvSpPr>
          <p:nvPr/>
        </p:nvSpPr>
        <p:spPr>
          <a:xfrm xmlns:a="http://schemas.openxmlformats.org/drawingml/2006/main">
            <a:off x="1228725" y="2838450"/>
            <a:ext cx="352425" cy="66675"/>
          </a:xfrm>
          <a:prstGeom xmlns:a="http://schemas.openxmlformats.org/drawingml/2006/main" prst="rect">
            <a:avLst/>
          </a:prstGeom>
          <a:solidFill xmlns:a="http://schemas.openxmlformats.org/drawingml/2006/main">
            <a:srgbClr val="E8F4EF"/>
          </a:solidFill>
          <a:ln xmlns:a="http://schemas.openxmlformats.org/drawingml/2006/main" w="0">
            <a:noFill/>
            <a:prstDash val="solid"/>
          </a:ln>
        </p:spPr>
      </p:sp>
      <p:sp>
        <p:nvSpPr>
          <p:cNvPr id="24" name="acceleration-history-8-178">
            <a:extLst xmlns:a="http://schemas.openxmlformats.org/drawingml/2006/main">
              <a:ext uri="{FF2B5EF4-FFF2-40B4-BE49-F238E27FC236}">
                <a16:creationId xmlns:a16="http://schemas.microsoft.com/office/drawing/2014/main" id="{B65DE3E6-A775-4BAD-9393-8E10E9FB3454}"/>
              </a:ext>
            </a:extLst>
          </p:cNvPr>
          <p:cNvSpPr>
            <a:spLocks xmlns:a="http://schemas.openxmlformats.org/drawingml/2006/main" noGrp="1"/>
          </p:cNvSpPr>
          <p:nvPr/>
        </p:nvSpPr>
        <p:spPr>
          <a:xfrm xmlns:a="http://schemas.openxmlformats.org/drawingml/2006/main">
            <a:off x="838200" y="2914650"/>
            <a:ext cx="352425" cy="66675"/>
          </a:xfrm>
          <a:prstGeom xmlns:a="http://schemas.openxmlformats.org/drawingml/2006/main" prst="rect">
            <a:avLst/>
          </a:prstGeom>
          <a:solidFill xmlns:a="http://schemas.openxmlformats.org/drawingml/2006/main">
            <a:srgbClr val="E9F2F8"/>
          </a:solidFill>
          <a:ln xmlns:a="http://schemas.openxmlformats.org/drawingml/2006/main" w="0">
            <a:noFill/>
            <a:prstDash val="solid"/>
          </a:ln>
        </p:spPr>
      </p:sp>
      <p:sp>
        <p:nvSpPr>
          <p:cNvPr id="25" name="uplift-history-8-179">
            <a:extLst xmlns:a="http://schemas.openxmlformats.org/drawingml/2006/main">
              <a:ext uri="{FF2B5EF4-FFF2-40B4-BE49-F238E27FC236}">
                <a16:creationId xmlns:a16="http://schemas.microsoft.com/office/drawing/2014/main" id="{ACAD258E-941B-43B5-BC1B-4A9D7963B41A}"/>
              </a:ext>
            </a:extLst>
          </p:cNvPr>
          <p:cNvSpPr>
            <a:spLocks xmlns:a="http://schemas.openxmlformats.org/drawingml/2006/main" noGrp="1"/>
          </p:cNvSpPr>
          <p:nvPr/>
        </p:nvSpPr>
        <p:spPr>
          <a:xfrm xmlns:a="http://schemas.openxmlformats.org/drawingml/2006/main">
            <a:off x="1228725" y="2914650"/>
            <a:ext cx="352425" cy="66675"/>
          </a:xfrm>
          <a:prstGeom xmlns:a="http://schemas.openxmlformats.org/drawingml/2006/main" prst="rect">
            <a:avLst/>
          </a:prstGeom>
          <a:solidFill xmlns:a="http://schemas.openxmlformats.org/drawingml/2006/main">
            <a:srgbClr val="E8F4EF"/>
          </a:solidFill>
          <a:ln xmlns:a="http://schemas.openxmlformats.org/drawingml/2006/main" w="0">
            <a:noFill/>
            <a:prstDash val="solid"/>
          </a:ln>
        </p:spPr>
      </p:sp>
      <p:sp>
        <p:nvSpPr>
          <p:cNvPr id="26" name="acceleration-history-9-180">
            <a:extLst xmlns:a="http://schemas.openxmlformats.org/drawingml/2006/main">
              <a:ext uri="{FF2B5EF4-FFF2-40B4-BE49-F238E27FC236}">
                <a16:creationId xmlns:a16="http://schemas.microsoft.com/office/drawing/2014/main" id="{1DB52D50-17E0-4356-984E-6C2BDFF2FB64}"/>
              </a:ext>
            </a:extLst>
          </p:cNvPr>
          <p:cNvSpPr>
            <a:spLocks xmlns:a="http://schemas.openxmlformats.org/drawingml/2006/main" noGrp="1"/>
          </p:cNvSpPr>
          <p:nvPr/>
        </p:nvSpPr>
        <p:spPr>
          <a:xfrm xmlns:a="http://schemas.openxmlformats.org/drawingml/2006/main">
            <a:off x="838200" y="2990850"/>
            <a:ext cx="352425" cy="66675"/>
          </a:xfrm>
          <a:prstGeom xmlns:a="http://schemas.openxmlformats.org/drawingml/2006/main" prst="rect">
            <a:avLst/>
          </a:prstGeom>
          <a:solidFill xmlns:a="http://schemas.openxmlformats.org/drawingml/2006/main">
            <a:srgbClr val="E9F2F8"/>
          </a:solidFill>
          <a:ln xmlns:a="http://schemas.openxmlformats.org/drawingml/2006/main" w="0">
            <a:noFill/>
            <a:prstDash val="solid"/>
          </a:ln>
        </p:spPr>
      </p:sp>
      <p:sp>
        <p:nvSpPr>
          <p:cNvPr id="27" name="uplift-history-9-181">
            <a:extLst xmlns:a="http://schemas.openxmlformats.org/drawingml/2006/main">
              <a:ext uri="{FF2B5EF4-FFF2-40B4-BE49-F238E27FC236}">
                <a16:creationId xmlns:a16="http://schemas.microsoft.com/office/drawing/2014/main" id="{6D118C53-1110-410B-982B-FAF7892DBA4A}"/>
              </a:ext>
            </a:extLst>
          </p:cNvPr>
          <p:cNvSpPr>
            <a:spLocks xmlns:a="http://schemas.openxmlformats.org/drawingml/2006/main" noGrp="1"/>
          </p:cNvSpPr>
          <p:nvPr/>
        </p:nvSpPr>
        <p:spPr>
          <a:xfrm xmlns:a="http://schemas.openxmlformats.org/drawingml/2006/main">
            <a:off x="1228725" y="2990850"/>
            <a:ext cx="352425" cy="66675"/>
          </a:xfrm>
          <a:prstGeom xmlns:a="http://schemas.openxmlformats.org/drawingml/2006/main" prst="rect">
            <a:avLst/>
          </a:prstGeom>
          <a:solidFill xmlns:a="http://schemas.openxmlformats.org/drawingml/2006/main">
            <a:srgbClr val="E8F4EF"/>
          </a:solidFill>
          <a:ln xmlns:a="http://schemas.openxmlformats.org/drawingml/2006/main" w="0">
            <a:noFill/>
            <a:prstDash val="solid"/>
          </a:ln>
        </p:spPr>
      </p:sp>
      <p:sp>
        <p:nvSpPr>
          <p:cNvPr id="28" name="acceleration-history-10-182">
            <a:extLst xmlns:a="http://schemas.openxmlformats.org/drawingml/2006/main">
              <a:ext uri="{FF2B5EF4-FFF2-40B4-BE49-F238E27FC236}">
                <a16:creationId xmlns:a16="http://schemas.microsoft.com/office/drawing/2014/main" id="{BD913686-E316-4A6E-8452-BA04A8D418F3}"/>
              </a:ext>
            </a:extLst>
          </p:cNvPr>
          <p:cNvSpPr>
            <a:spLocks xmlns:a="http://schemas.openxmlformats.org/drawingml/2006/main" noGrp="1"/>
          </p:cNvSpPr>
          <p:nvPr/>
        </p:nvSpPr>
        <p:spPr>
          <a:xfrm xmlns:a="http://schemas.openxmlformats.org/drawingml/2006/main">
            <a:off x="838200" y="3067050"/>
            <a:ext cx="352425" cy="66675"/>
          </a:xfrm>
          <a:prstGeom xmlns:a="http://schemas.openxmlformats.org/drawingml/2006/main" prst="rect">
            <a:avLst/>
          </a:prstGeom>
          <a:solidFill xmlns:a="http://schemas.openxmlformats.org/drawingml/2006/main">
            <a:srgbClr val="E9F2F8"/>
          </a:solidFill>
          <a:ln xmlns:a="http://schemas.openxmlformats.org/drawingml/2006/main" w="0">
            <a:noFill/>
            <a:prstDash val="solid"/>
          </a:ln>
        </p:spPr>
      </p:sp>
      <p:sp>
        <p:nvSpPr>
          <p:cNvPr id="29" name="uplift-history-10-183">
            <a:extLst xmlns:a="http://schemas.openxmlformats.org/drawingml/2006/main">
              <a:ext uri="{FF2B5EF4-FFF2-40B4-BE49-F238E27FC236}">
                <a16:creationId xmlns:a16="http://schemas.microsoft.com/office/drawing/2014/main" id="{67383E13-A3D3-4CB9-ACA9-5940815E6F04}"/>
              </a:ext>
            </a:extLst>
          </p:cNvPr>
          <p:cNvSpPr>
            <a:spLocks xmlns:a="http://schemas.openxmlformats.org/drawingml/2006/main" noGrp="1"/>
          </p:cNvSpPr>
          <p:nvPr/>
        </p:nvSpPr>
        <p:spPr>
          <a:xfrm xmlns:a="http://schemas.openxmlformats.org/drawingml/2006/main">
            <a:off x="1228725" y="3067050"/>
            <a:ext cx="352425" cy="66675"/>
          </a:xfrm>
          <a:prstGeom xmlns:a="http://schemas.openxmlformats.org/drawingml/2006/main" prst="rect">
            <a:avLst/>
          </a:prstGeom>
          <a:solidFill xmlns:a="http://schemas.openxmlformats.org/drawingml/2006/main">
            <a:srgbClr val="E8F4EF"/>
          </a:solidFill>
          <a:ln xmlns:a="http://schemas.openxmlformats.org/drawingml/2006/main" w="0">
            <a:noFill/>
            <a:prstDash val="solid"/>
          </a:ln>
        </p:spPr>
      </p:sp>
      <p:sp>
        <p:nvSpPr>
          <p:cNvPr id="30" name="acceleration-history-11-184">
            <a:extLst xmlns:a="http://schemas.openxmlformats.org/drawingml/2006/main">
              <a:ext uri="{FF2B5EF4-FFF2-40B4-BE49-F238E27FC236}">
                <a16:creationId xmlns:a16="http://schemas.microsoft.com/office/drawing/2014/main" id="{86319B4C-892A-40E5-A800-87CFC1BAB0A2}"/>
              </a:ext>
            </a:extLst>
          </p:cNvPr>
          <p:cNvSpPr>
            <a:spLocks xmlns:a="http://schemas.openxmlformats.org/drawingml/2006/main" noGrp="1"/>
          </p:cNvSpPr>
          <p:nvPr/>
        </p:nvSpPr>
        <p:spPr>
          <a:xfrm xmlns:a="http://schemas.openxmlformats.org/drawingml/2006/main">
            <a:off x="838200" y="3143250"/>
            <a:ext cx="352425" cy="66675"/>
          </a:xfrm>
          <a:prstGeom xmlns:a="http://schemas.openxmlformats.org/drawingml/2006/main" prst="rect">
            <a:avLst/>
          </a:prstGeom>
          <a:solidFill xmlns:a="http://schemas.openxmlformats.org/drawingml/2006/main">
            <a:srgbClr val="E9F2F8"/>
          </a:solidFill>
          <a:ln xmlns:a="http://schemas.openxmlformats.org/drawingml/2006/main" w="0">
            <a:noFill/>
            <a:prstDash val="solid"/>
          </a:ln>
        </p:spPr>
      </p:sp>
      <p:sp>
        <p:nvSpPr>
          <p:cNvPr id="31" name="uplift-history-11-185">
            <a:extLst xmlns:a="http://schemas.openxmlformats.org/drawingml/2006/main">
              <a:ext uri="{FF2B5EF4-FFF2-40B4-BE49-F238E27FC236}">
                <a16:creationId xmlns:a16="http://schemas.microsoft.com/office/drawing/2014/main" id="{6D9ED610-3DEB-4F47-86DB-E61739B6C522}"/>
              </a:ext>
            </a:extLst>
          </p:cNvPr>
          <p:cNvSpPr>
            <a:spLocks xmlns:a="http://schemas.openxmlformats.org/drawingml/2006/main" noGrp="1"/>
          </p:cNvSpPr>
          <p:nvPr/>
        </p:nvSpPr>
        <p:spPr>
          <a:xfrm xmlns:a="http://schemas.openxmlformats.org/drawingml/2006/main">
            <a:off x="1228725" y="3143250"/>
            <a:ext cx="352425" cy="66675"/>
          </a:xfrm>
          <a:prstGeom xmlns:a="http://schemas.openxmlformats.org/drawingml/2006/main" prst="rect">
            <a:avLst/>
          </a:prstGeom>
          <a:solidFill xmlns:a="http://schemas.openxmlformats.org/drawingml/2006/main">
            <a:srgbClr val="E8F4EF"/>
          </a:solidFill>
          <a:ln xmlns:a="http://schemas.openxmlformats.org/drawingml/2006/main" w="0">
            <a:noFill/>
            <a:prstDash val="solid"/>
          </a:ln>
        </p:spPr>
      </p:sp>
      <p:sp>
        <p:nvSpPr>
          <p:cNvPr id="32" name="acceleration-history-12-186">
            <a:extLst xmlns:a="http://schemas.openxmlformats.org/drawingml/2006/main">
              <a:ext uri="{FF2B5EF4-FFF2-40B4-BE49-F238E27FC236}">
                <a16:creationId xmlns:a16="http://schemas.microsoft.com/office/drawing/2014/main" id="{87C5F045-313E-436A-BF12-7C5A8D71B721}"/>
              </a:ext>
            </a:extLst>
          </p:cNvPr>
          <p:cNvSpPr>
            <a:spLocks xmlns:a="http://schemas.openxmlformats.org/drawingml/2006/main" noGrp="1"/>
          </p:cNvSpPr>
          <p:nvPr/>
        </p:nvSpPr>
        <p:spPr>
          <a:xfrm xmlns:a="http://schemas.openxmlformats.org/drawingml/2006/main">
            <a:off x="838200" y="3219450"/>
            <a:ext cx="352425" cy="66675"/>
          </a:xfrm>
          <a:prstGeom xmlns:a="http://schemas.openxmlformats.org/drawingml/2006/main" prst="rect">
            <a:avLst/>
          </a:prstGeom>
          <a:solidFill xmlns:a="http://schemas.openxmlformats.org/drawingml/2006/main">
            <a:srgbClr val="E9F2F8"/>
          </a:solidFill>
          <a:ln xmlns:a="http://schemas.openxmlformats.org/drawingml/2006/main" w="0">
            <a:noFill/>
            <a:prstDash val="solid"/>
          </a:ln>
        </p:spPr>
      </p:sp>
      <p:sp>
        <p:nvSpPr>
          <p:cNvPr id="33" name="uplift-history-12-187">
            <a:extLst xmlns:a="http://schemas.openxmlformats.org/drawingml/2006/main">
              <a:ext uri="{FF2B5EF4-FFF2-40B4-BE49-F238E27FC236}">
                <a16:creationId xmlns:a16="http://schemas.microsoft.com/office/drawing/2014/main" id="{E7E991CE-5837-4CC8-A188-CC6EF9F1D5A2}"/>
              </a:ext>
            </a:extLst>
          </p:cNvPr>
          <p:cNvSpPr>
            <a:spLocks xmlns:a="http://schemas.openxmlformats.org/drawingml/2006/main" noGrp="1"/>
          </p:cNvSpPr>
          <p:nvPr/>
        </p:nvSpPr>
        <p:spPr>
          <a:xfrm xmlns:a="http://schemas.openxmlformats.org/drawingml/2006/main">
            <a:off x="1228725" y="3219450"/>
            <a:ext cx="352425" cy="66675"/>
          </a:xfrm>
          <a:prstGeom xmlns:a="http://schemas.openxmlformats.org/drawingml/2006/main" prst="rect">
            <a:avLst/>
          </a:prstGeom>
          <a:solidFill xmlns:a="http://schemas.openxmlformats.org/drawingml/2006/main">
            <a:srgbClr val="E8F4EF"/>
          </a:solidFill>
          <a:ln xmlns:a="http://schemas.openxmlformats.org/drawingml/2006/main" w="0">
            <a:noFill/>
            <a:prstDash val="solid"/>
          </a:ln>
        </p:spPr>
      </p:sp>
      <p:sp>
        <p:nvSpPr>
          <p:cNvPr id="34" name="acceleration-history-13-188">
            <a:extLst xmlns:a="http://schemas.openxmlformats.org/drawingml/2006/main">
              <a:ext uri="{FF2B5EF4-FFF2-40B4-BE49-F238E27FC236}">
                <a16:creationId xmlns:a16="http://schemas.microsoft.com/office/drawing/2014/main" id="{0EDCE484-3F57-47C1-B7E4-CFCBA03E3ABB}"/>
              </a:ext>
            </a:extLst>
          </p:cNvPr>
          <p:cNvSpPr>
            <a:spLocks xmlns:a="http://schemas.openxmlformats.org/drawingml/2006/main" noGrp="1"/>
          </p:cNvSpPr>
          <p:nvPr/>
        </p:nvSpPr>
        <p:spPr>
          <a:xfrm xmlns:a="http://schemas.openxmlformats.org/drawingml/2006/main">
            <a:off x="838200" y="3295650"/>
            <a:ext cx="352425" cy="66675"/>
          </a:xfrm>
          <a:prstGeom xmlns:a="http://schemas.openxmlformats.org/drawingml/2006/main" prst="rect">
            <a:avLst/>
          </a:prstGeom>
          <a:solidFill xmlns:a="http://schemas.openxmlformats.org/drawingml/2006/main">
            <a:srgbClr val="E9F2F8"/>
          </a:solidFill>
          <a:ln xmlns:a="http://schemas.openxmlformats.org/drawingml/2006/main" w="0">
            <a:noFill/>
            <a:prstDash val="solid"/>
          </a:ln>
        </p:spPr>
      </p:sp>
      <p:sp>
        <p:nvSpPr>
          <p:cNvPr id="35" name="uplift-history-13-189">
            <a:extLst xmlns:a="http://schemas.openxmlformats.org/drawingml/2006/main">
              <a:ext uri="{FF2B5EF4-FFF2-40B4-BE49-F238E27FC236}">
                <a16:creationId xmlns:a16="http://schemas.microsoft.com/office/drawing/2014/main" id="{65C25F03-C4ED-4814-A19D-B1CC8AF7E2A8}"/>
              </a:ext>
            </a:extLst>
          </p:cNvPr>
          <p:cNvSpPr>
            <a:spLocks xmlns:a="http://schemas.openxmlformats.org/drawingml/2006/main" noGrp="1"/>
          </p:cNvSpPr>
          <p:nvPr/>
        </p:nvSpPr>
        <p:spPr>
          <a:xfrm xmlns:a="http://schemas.openxmlformats.org/drawingml/2006/main">
            <a:off x="1228725" y="3295650"/>
            <a:ext cx="352425" cy="66675"/>
          </a:xfrm>
          <a:prstGeom xmlns:a="http://schemas.openxmlformats.org/drawingml/2006/main" prst="rect">
            <a:avLst/>
          </a:prstGeom>
          <a:solidFill xmlns:a="http://schemas.openxmlformats.org/drawingml/2006/main">
            <a:srgbClr val="E8F4EF"/>
          </a:solidFill>
          <a:ln xmlns:a="http://schemas.openxmlformats.org/drawingml/2006/main" w="0">
            <a:noFill/>
            <a:prstDash val="solid"/>
          </a:ln>
        </p:spPr>
      </p:sp>
      <p:sp>
        <p:nvSpPr>
          <p:cNvPr id="36" name="acceleration-history-14-190">
            <a:extLst xmlns:a="http://schemas.openxmlformats.org/drawingml/2006/main">
              <a:ext uri="{FF2B5EF4-FFF2-40B4-BE49-F238E27FC236}">
                <a16:creationId xmlns:a16="http://schemas.microsoft.com/office/drawing/2014/main" id="{E632D1E9-ACBA-48A0-ADCE-E67343740913}"/>
              </a:ext>
            </a:extLst>
          </p:cNvPr>
          <p:cNvSpPr>
            <a:spLocks xmlns:a="http://schemas.openxmlformats.org/drawingml/2006/main" noGrp="1"/>
          </p:cNvSpPr>
          <p:nvPr/>
        </p:nvSpPr>
        <p:spPr>
          <a:xfrm xmlns:a="http://schemas.openxmlformats.org/drawingml/2006/main">
            <a:off x="838200" y="3371850"/>
            <a:ext cx="352425" cy="66675"/>
          </a:xfrm>
          <a:prstGeom xmlns:a="http://schemas.openxmlformats.org/drawingml/2006/main" prst="rect">
            <a:avLst/>
          </a:prstGeom>
          <a:solidFill xmlns:a="http://schemas.openxmlformats.org/drawingml/2006/main">
            <a:srgbClr val="E9F2F8"/>
          </a:solidFill>
          <a:ln xmlns:a="http://schemas.openxmlformats.org/drawingml/2006/main" w="0">
            <a:noFill/>
            <a:prstDash val="solid"/>
          </a:ln>
        </p:spPr>
      </p:sp>
      <p:sp>
        <p:nvSpPr>
          <p:cNvPr id="37" name="uplift-history-14-191">
            <a:extLst xmlns:a="http://schemas.openxmlformats.org/drawingml/2006/main">
              <a:ext uri="{FF2B5EF4-FFF2-40B4-BE49-F238E27FC236}">
                <a16:creationId xmlns:a16="http://schemas.microsoft.com/office/drawing/2014/main" id="{44930E56-5DEE-4AD0-8632-B8861A56AF68}"/>
              </a:ext>
            </a:extLst>
          </p:cNvPr>
          <p:cNvSpPr>
            <a:spLocks xmlns:a="http://schemas.openxmlformats.org/drawingml/2006/main" noGrp="1"/>
          </p:cNvSpPr>
          <p:nvPr/>
        </p:nvSpPr>
        <p:spPr>
          <a:xfrm xmlns:a="http://schemas.openxmlformats.org/drawingml/2006/main">
            <a:off x="1228725" y="3371850"/>
            <a:ext cx="352425" cy="66675"/>
          </a:xfrm>
          <a:prstGeom xmlns:a="http://schemas.openxmlformats.org/drawingml/2006/main" prst="rect">
            <a:avLst/>
          </a:prstGeom>
          <a:solidFill xmlns:a="http://schemas.openxmlformats.org/drawingml/2006/main">
            <a:srgbClr val="E8F4EF"/>
          </a:solidFill>
          <a:ln xmlns:a="http://schemas.openxmlformats.org/drawingml/2006/main" w="0">
            <a:noFill/>
            <a:prstDash val="solid"/>
          </a:ln>
        </p:spPr>
      </p:sp>
      <p:sp>
        <p:nvSpPr>
          <p:cNvPr id="38" name="acceleration-history-15-192">
            <a:extLst xmlns:a="http://schemas.openxmlformats.org/drawingml/2006/main">
              <a:ext uri="{FF2B5EF4-FFF2-40B4-BE49-F238E27FC236}">
                <a16:creationId xmlns:a16="http://schemas.microsoft.com/office/drawing/2014/main" id="{F3B0B5DD-414A-4E43-97A4-F6D4F66C0091}"/>
              </a:ext>
            </a:extLst>
          </p:cNvPr>
          <p:cNvSpPr>
            <a:spLocks xmlns:a="http://schemas.openxmlformats.org/drawingml/2006/main" noGrp="1"/>
          </p:cNvSpPr>
          <p:nvPr/>
        </p:nvSpPr>
        <p:spPr>
          <a:xfrm xmlns:a="http://schemas.openxmlformats.org/drawingml/2006/main">
            <a:off x="838200" y="3448050"/>
            <a:ext cx="352425" cy="66675"/>
          </a:xfrm>
          <a:prstGeom xmlns:a="http://schemas.openxmlformats.org/drawingml/2006/main" prst="rect">
            <a:avLst/>
          </a:prstGeom>
          <a:solidFill xmlns:a="http://schemas.openxmlformats.org/drawingml/2006/main">
            <a:srgbClr val="347DA9"/>
          </a:solidFill>
          <a:ln xmlns:a="http://schemas.openxmlformats.org/drawingml/2006/main" w="0">
            <a:noFill/>
            <a:prstDash val="solid"/>
          </a:ln>
        </p:spPr>
      </p:sp>
      <p:sp>
        <p:nvSpPr>
          <p:cNvPr id="39" name="uplift-history-15-193">
            <a:extLst xmlns:a="http://schemas.openxmlformats.org/drawingml/2006/main">
              <a:ext uri="{FF2B5EF4-FFF2-40B4-BE49-F238E27FC236}">
                <a16:creationId xmlns:a16="http://schemas.microsoft.com/office/drawing/2014/main" id="{7C1AB7CC-DF4E-4E21-B6CB-A0CC6AFDD776}"/>
              </a:ext>
            </a:extLst>
          </p:cNvPr>
          <p:cNvSpPr>
            <a:spLocks xmlns:a="http://schemas.openxmlformats.org/drawingml/2006/main" noGrp="1"/>
          </p:cNvSpPr>
          <p:nvPr/>
        </p:nvSpPr>
        <p:spPr>
          <a:xfrm xmlns:a="http://schemas.openxmlformats.org/drawingml/2006/main">
            <a:off x="1228725" y="3448050"/>
            <a:ext cx="352425" cy="66675"/>
          </a:xfrm>
          <a:prstGeom xmlns:a="http://schemas.openxmlformats.org/drawingml/2006/main" prst="rect">
            <a:avLst/>
          </a:prstGeom>
          <a:solidFill xmlns:a="http://schemas.openxmlformats.org/drawingml/2006/main">
            <a:srgbClr val="388E80"/>
          </a:solidFill>
          <a:ln xmlns:a="http://schemas.openxmlformats.org/drawingml/2006/main" w="0">
            <a:noFill/>
            <a:prstDash val="solid"/>
          </a:ln>
        </p:spPr>
      </p:sp>
      <p:sp>
        <p:nvSpPr>
          <p:cNvPr id="40" name="history-left-bracket-194">
            <a:extLst xmlns:a="http://schemas.openxmlformats.org/drawingml/2006/main">
              <a:ext uri="{FF2B5EF4-FFF2-40B4-BE49-F238E27FC236}">
                <a16:creationId xmlns:a16="http://schemas.microsoft.com/office/drawing/2014/main" id="{9CA5F9ED-C6E7-46DC-A046-6691795937DA}"/>
              </a:ext>
            </a:extLst>
          </p:cNvPr>
          <p:cNvSpPr>
            <a:spLocks xmlns:a="http://schemas.openxmlformats.org/drawingml/2006/main" noGrp="1"/>
          </p:cNvSpPr>
          <p:nvPr/>
        </p:nvSpPr>
        <p:spPr>
          <a:xfrm xmlns:a="http://schemas.openxmlformats.org/drawingml/2006/main">
            <a:off x="762000" y="2286000"/>
            <a:ext cx="85725" cy="1219200"/>
          </a:xfrm>
          <a:custGeom xmlns:a="http://schemas.openxmlformats.org/drawingml/2006/main">
            <a:pathLst>
              <a:path w="85725" h="1219200">
                <a:moveTo>
                  <a:pt x="85725" y="0"/>
                </a:moveTo>
                <a:lnTo>
                  <a:pt x="0" y="0"/>
                </a:lnTo>
                <a:lnTo>
                  <a:pt x="0" y="1219200"/>
                </a:lnTo>
                <a:lnTo>
                  <a:pt x="85725" y="1219200"/>
                </a:lnTo>
              </a:path>
            </a:pathLst>
          </a:custGeom>
          <a:noFill xmlns:a="http://schemas.openxmlformats.org/drawingml/2006/main"/>
          <a:ln xmlns:a="http://schemas.openxmlformats.org/drawingml/2006/main" w="17145">
            <a:solidFill>
              <a:srgbClr val="25333D"/>
            </a:solidFill>
            <a:prstDash val="solid"/>
          </a:ln>
        </p:spPr>
      </p:sp>
      <p:sp>
        <p:nvSpPr>
          <p:cNvPr id="41" name="history-right-bracket-195">
            <a:extLst xmlns:a="http://schemas.openxmlformats.org/drawingml/2006/main">
              <a:ext uri="{FF2B5EF4-FFF2-40B4-BE49-F238E27FC236}">
                <a16:creationId xmlns:a16="http://schemas.microsoft.com/office/drawing/2014/main" id="{04DD65CA-25AB-4615-9A96-F5341A392DF8}"/>
              </a:ext>
            </a:extLst>
          </p:cNvPr>
          <p:cNvSpPr>
            <a:spLocks xmlns:a="http://schemas.openxmlformats.org/drawingml/2006/main" noGrp="1"/>
          </p:cNvSpPr>
          <p:nvPr/>
        </p:nvSpPr>
        <p:spPr>
          <a:xfrm xmlns:a="http://schemas.openxmlformats.org/drawingml/2006/main">
            <a:off x="1571625" y="2286000"/>
            <a:ext cx="85725" cy="1219200"/>
          </a:xfrm>
          <a:custGeom xmlns:a="http://schemas.openxmlformats.org/drawingml/2006/main">
            <a:pathLst>
              <a:path w="85725" h="1219200">
                <a:moveTo>
                  <a:pt x="0" y="0"/>
                </a:moveTo>
                <a:lnTo>
                  <a:pt x="85725" y="0"/>
                </a:lnTo>
                <a:lnTo>
                  <a:pt x="85725" y="1219200"/>
                </a:lnTo>
                <a:lnTo>
                  <a:pt x="0" y="1219200"/>
                </a:lnTo>
              </a:path>
            </a:pathLst>
          </a:custGeom>
          <a:noFill xmlns:a="http://schemas.openxmlformats.org/drawingml/2006/main"/>
          <a:ln xmlns:a="http://schemas.openxmlformats.org/drawingml/2006/main" w="17145">
            <a:solidFill>
              <a:srgbClr val="25333D"/>
            </a:solidFill>
            <a:prstDash val="solid"/>
          </a:ln>
        </p:spPr>
      </p:sp>
      <p:sp>
        <p:nvSpPr>
          <p:cNvPr id="42" name="standardized-history-symbol-196">
            <a:extLst xmlns:a="http://schemas.openxmlformats.org/drawingml/2006/main">
              <a:ext uri="{FF2B5EF4-FFF2-40B4-BE49-F238E27FC236}">
                <a16:creationId xmlns:a16="http://schemas.microsoft.com/office/drawing/2014/main" id="{01094A42-47DD-41C2-8E9B-615C43CF7290}"/>
              </a:ext>
            </a:extLst>
          </p:cNvPr>
          <p:cNvSpPr>
            <a:spLocks xmlns:a="http://schemas.openxmlformats.org/drawingml/2006/main" noGrp="1"/>
          </p:cNvSpPr>
          <p:nvPr/>
        </p:nvSpPr>
        <p:spPr>
          <a:xfrm xmlns:a="http://schemas.openxmlformats.org/drawingml/2006/main">
            <a:off x="438150" y="3638550"/>
            <a:ext cx="1952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25333D"/>
                </a:solidFill>
                <a:latin typeface="STIX Two Math"/>
                <a:ea typeface="STIX Two Math"/>
                <a:cs typeface="STIX Two Math"/>
              </a:defRPr>
            </a:pPr>
            <a:r>
              <a:rPr sz="2025" b="0">
                <a:solidFill>
                  <a:srgbClr val="25333D"/>
                </a:solidFill>
                <a:latin typeface="STIX Two Math"/>
                <a:ea typeface="STIX Two Math"/>
                <a:cs typeface="STIX Two Math"/>
              </a:rPr>
              <a:t>x̃₀ … x̃ₘ₋₁</a:t>
            </a:r>
          </a:p>
        </p:txBody>
      </p:sp>
      <p:sp>
        <p:nvSpPr>
          <p:cNvPr id="43" name="shared-encoder-197">
            <a:extLst xmlns:a="http://schemas.openxmlformats.org/drawingml/2006/main">
              <a:ext uri="{FF2B5EF4-FFF2-40B4-BE49-F238E27FC236}">
                <a16:creationId xmlns:a16="http://schemas.microsoft.com/office/drawing/2014/main" id="{34FCD3B0-3EFB-473B-B3E4-F8FA817A8AB2}"/>
              </a:ext>
            </a:extLst>
          </p:cNvPr>
          <p:cNvSpPr>
            <a:spLocks xmlns:a="http://schemas.openxmlformats.org/drawingml/2006/main" noGrp="1"/>
          </p:cNvSpPr>
          <p:nvPr/>
        </p:nvSpPr>
        <p:spPr>
          <a:xfrm xmlns:a="http://schemas.openxmlformats.org/drawingml/2006/main">
            <a:off x="2581275" y="2105025"/>
            <a:ext cx="1962150" cy="1009650"/>
          </a:xfrm>
          <a:prstGeom xmlns:a="http://schemas.openxmlformats.org/drawingml/2006/main" prst="rect">
            <a:avLst/>
          </a:prstGeom>
          <a:solidFill xmlns:a="http://schemas.openxmlformats.org/drawingml/2006/main">
            <a:srgbClr val="E9F2F8"/>
          </a:solidFill>
          <a:ln xmlns:a="http://schemas.openxmlformats.org/drawingml/2006/main" w="14288">
            <a:solidFill>
              <a:srgbClr val="347DA9"/>
            </a:solidFill>
            <a:prstDash val="solid"/>
          </a:ln>
        </p:spPr>
      </p:sp>
      <p:sp>
        <p:nvSpPr>
          <p:cNvPr id="44" name="shared-encoder-label-198">
            <a:extLst xmlns:a="http://schemas.openxmlformats.org/drawingml/2006/main">
              <a:ext uri="{FF2B5EF4-FFF2-40B4-BE49-F238E27FC236}">
                <a16:creationId xmlns:a16="http://schemas.microsoft.com/office/drawing/2014/main" id="{4DC5ECF5-0B03-413C-9C18-553C8FE58E1E}"/>
              </a:ext>
            </a:extLst>
          </p:cNvPr>
          <p:cNvSpPr>
            <a:spLocks xmlns:a="http://schemas.openxmlformats.org/drawingml/2006/main" noGrp="1"/>
          </p:cNvSpPr>
          <p:nvPr/>
        </p:nvSpPr>
        <p:spPr>
          <a:xfrm xmlns:a="http://schemas.openxmlformats.org/drawingml/2006/main">
            <a:off x="2667000" y="2238375"/>
            <a:ext cx="1790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347DA9"/>
                </a:solidFill>
                <a:latin typeface="Arial"/>
                <a:ea typeface="Arial"/>
                <a:cs typeface="Arial"/>
              </a:defRPr>
            </a:pPr>
            <a:r>
              <a:rPr sz="1650" b="1">
                <a:solidFill>
                  <a:srgbClr val="347DA9"/>
                </a:solidFill>
                <a:latin typeface="Arial"/>
                <a:ea typeface="Arial"/>
                <a:cs typeface="Arial"/>
              </a:rPr>
              <a:t>Shared encoder E</a:t>
            </a:r>
          </a:p>
        </p:txBody>
      </p:sp>
      <p:sp>
        <p:nvSpPr>
          <p:cNvPr id="45" name="encoding-equation-199">
            <a:extLst xmlns:a="http://schemas.openxmlformats.org/drawingml/2006/main">
              <a:ext uri="{FF2B5EF4-FFF2-40B4-BE49-F238E27FC236}">
                <a16:creationId xmlns:a16="http://schemas.microsoft.com/office/drawing/2014/main" id="{1BCBB86D-0A7D-4D75-B754-2BB9CE0449F1}"/>
              </a:ext>
            </a:extLst>
          </p:cNvPr>
          <p:cNvSpPr>
            <a:spLocks xmlns:a="http://schemas.openxmlformats.org/drawingml/2006/main" noGrp="1"/>
          </p:cNvSpPr>
          <p:nvPr/>
        </p:nvSpPr>
        <p:spPr>
          <a:xfrm xmlns:a="http://schemas.openxmlformats.org/drawingml/2006/main">
            <a:off x="2695575" y="2638425"/>
            <a:ext cx="1733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a:solidFill>
                  <a:srgbClr val="25333D"/>
                </a:solidFill>
                <a:latin typeface="STIX Two Math"/>
                <a:ea typeface="STIX Two Math"/>
                <a:cs typeface="STIX Two Math"/>
              </a:defRPr>
            </a:pPr>
            <a:r>
              <a:rPr sz="2175" b="0">
                <a:solidFill>
                  <a:srgbClr val="25333D"/>
                </a:solidFill>
                <a:latin typeface="STIX Two Math"/>
                <a:ea typeface="STIX Two Math"/>
                <a:cs typeface="STIX Two Math"/>
              </a:rPr>
              <a:t>hᵢ = E(x̃ᵢ)</a:t>
            </a:r>
          </a:p>
        </p:txBody>
      </p:sp>
      <p:sp>
        <p:nvSpPr>
          <p:cNvPr id="46" name="history-to-encoder-200">
            <a:extLst xmlns:a="http://schemas.openxmlformats.org/drawingml/2006/main">
              <a:ext uri="{FF2B5EF4-FFF2-40B4-BE49-F238E27FC236}">
                <a16:creationId xmlns:a16="http://schemas.microsoft.com/office/drawing/2014/main" id="{57EEAADD-AAC3-45D9-B6B2-279930C82C29}"/>
              </a:ext>
            </a:extLst>
          </p:cNvPr>
          <p:cNvSpPr>
            <a:spLocks xmlns:a="http://schemas.openxmlformats.org/drawingml/2006/main" noGrp="1"/>
          </p:cNvSpPr>
          <p:nvPr/>
        </p:nvSpPr>
        <p:spPr>
          <a:xfrm xmlns:a="http://schemas.openxmlformats.org/drawingml/2006/main">
            <a:off x="1695450" y="2686050"/>
            <a:ext cx="885825" cy="953"/>
          </a:xfrm>
          <a:custGeom xmlns:a="http://schemas.openxmlformats.org/drawingml/2006/main">
            <a:pathLst>
              <a:path w="885825" h="953">
                <a:moveTo>
                  <a:pt x="0" y="0"/>
                </a:moveTo>
                <a:lnTo>
                  <a:pt x="885825" y="0"/>
                </a:lnTo>
              </a:path>
            </a:pathLst>
          </a:custGeom>
          <a:noFill xmlns:a="http://schemas.openxmlformats.org/drawingml/2006/main"/>
          <a:ln xmlns:a="http://schemas.openxmlformats.org/drawingml/2006/main" w="21908">
            <a:solidFill>
              <a:srgbClr val="347DA9"/>
            </a:solidFill>
            <a:prstDash val="solid"/>
          </a:ln>
        </p:spPr>
      </p:sp>
      <p:sp>
        <p:nvSpPr>
          <p:cNvPr id="47" name="history-to-encoder-arrowhead-201">
            <a:extLst xmlns:a="http://schemas.openxmlformats.org/drawingml/2006/main">
              <a:ext uri="{FF2B5EF4-FFF2-40B4-BE49-F238E27FC236}">
                <a16:creationId xmlns:a16="http://schemas.microsoft.com/office/drawing/2014/main" id="{348F0511-C620-4395-96EF-22963794B3F0}"/>
              </a:ext>
            </a:extLst>
          </p:cNvPr>
          <p:cNvSpPr>
            <a:spLocks xmlns:a="http://schemas.openxmlformats.org/drawingml/2006/main" noGrp="1"/>
          </p:cNvSpPr>
          <p:nvPr/>
        </p:nvSpPr>
        <p:spPr>
          <a:xfrm xmlns:a="http://schemas.openxmlformats.org/drawingml/2006/main">
            <a:off x="2495550" y="2644902"/>
            <a:ext cx="85725" cy="82296"/>
          </a:xfrm>
          <a:custGeom xmlns:a="http://schemas.openxmlformats.org/drawingml/2006/main">
            <a:pathLst>
              <a:path w="85725" h="82296">
                <a:moveTo>
                  <a:pt x="85725" y="41148"/>
                </a:moveTo>
                <a:lnTo>
                  <a:pt x="0" y="82296"/>
                </a:lnTo>
                <a:lnTo>
                  <a:pt x="0" y="0"/>
                </a:lnTo>
                <a:close/>
              </a:path>
            </a:pathLst>
          </a:custGeom>
          <a:solidFill xmlns:a="http://schemas.openxmlformats.org/drawingml/2006/main">
            <a:srgbClr val="347DA9"/>
          </a:solidFill>
          <a:ln xmlns:a="http://schemas.openxmlformats.org/drawingml/2006/main" w="0">
            <a:solidFill>
              <a:srgbClr val="347DA9"/>
            </a:solidFill>
            <a:prstDash val="solid"/>
          </a:ln>
        </p:spPr>
      </p:sp>
      <p:sp>
        <p:nvSpPr>
          <p:cNvPr id="48" name="initial-state-network-202">
            <a:extLst xmlns:a="http://schemas.openxmlformats.org/drawingml/2006/main">
              <a:ext uri="{FF2B5EF4-FFF2-40B4-BE49-F238E27FC236}">
                <a16:creationId xmlns:a16="http://schemas.microsoft.com/office/drawing/2014/main" id="{BEE877B5-B628-4503-B8D0-28F2BD587048}"/>
              </a:ext>
            </a:extLst>
          </p:cNvPr>
          <p:cNvSpPr>
            <a:spLocks xmlns:a="http://schemas.openxmlformats.org/drawingml/2006/main" noGrp="1"/>
          </p:cNvSpPr>
          <p:nvPr/>
        </p:nvSpPr>
        <p:spPr>
          <a:xfrm xmlns:a="http://schemas.openxmlformats.org/drawingml/2006/main">
            <a:off x="2581275" y="3638550"/>
            <a:ext cx="1962150" cy="971550"/>
          </a:xfrm>
          <a:prstGeom xmlns:a="http://schemas.openxmlformats.org/drawingml/2006/main" prst="rect">
            <a:avLst/>
          </a:prstGeom>
          <a:solidFill xmlns:a="http://schemas.openxmlformats.org/drawingml/2006/main">
            <a:srgbClr val="F7F9FA"/>
          </a:solidFill>
          <a:ln xmlns:a="http://schemas.openxmlformats.org/drawingml/2006/main" w="14288">
            <a:solidFill>
              <a:srgbClr val="8B9CA6"/>
            </a:solidFill>
            <a:prstDash val="solid"/>
          </a:ln>
        </p:spPr>
      </p:sp>
      <p:sp>
        <p:nvSpPr>
          <p:cNvPr id="49" name="initial-state-label-203">
            <a:extLst xmlns:a="http://schemas.openxmlformats.org/drawingml/2006/main">
              <a:ext uri="{FF2B5EF4-FFF2-40B4-BE49-F238E27FC236}">
                <a16:creationId xmlns:a16="http://schemas.microsoft.com/office/drawing/2014/main" id="{FD7A9CC3-F74E-44BB-B5C5-FA8CB2D4208E}"/>
              </a:ext>
            </a:extLst>
          </p:cNvPr>
          <p:cNvSpPr>
            <a:spLocks xmlns:a="http://schemas.openxmlformats.org/drawingml/2006/main" noGrp="1"/>
          </p:cNvSpPr>
          <p:nvPr/>
        </p:nvSpPr>
        <p:spPr>
          <a:xfrm xmlns:a="http://schemas.openxmlformats.org/drawingml/2006/main">
            <a:off x="2676525" y="3752850"/>
            <a:ext cx="1771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25333D"/>
                </a:solidFill>
                <a:latin typeface="Arial"/>
                <a:ea typeface="Arial"/>
                <a:cs typeface="Arial"/>
              </a:defRPr>
            </a:pPr>
            <a:r>
              <a:rPr sz="1800" b="1">
                <a:solidFill>
                  <a:srgbClr val="25333D"/>
                </a:solidFill>
                <a:latin typeface="Arial"/>
                <a:ea typeface="Arial"/>
                <a:cs typeface="Arial"/>
              </a:rPr>
              <a:t>Initializer E₀</a:t>
            </a:r>
          </a:p>
        </p:txBody>
      </p:sp>
      <p:sp>
        <p:nvSpPr>
          <p:cNvPr id="50" name="initial-state-equation-204">
            <a:extLst xmlns:a="http://schemas.openxmlformats.org/drawingml/2006/main">
              <a:ext uri="{FF2B5EF4-FFF2-40B4-BE49-F238E27FC236}">
                <a16:creationId xmlns:a16="http://schemas.microsoft.com/office/drawing/2014/main" id="{55722B28-F52B-4C49-AD8B-342E5E8895DD}"/>
              </a:ext>
            </a:extLst>
          </p:cNvPr>
          <p:cNvSpPr>
            <a:spLocks xmlns:a="http://schemas.openxmlformats.org/drawingml/2006/main" noGrp="1"/>
          </p:cNvSpPr>
          <p:nvPr/>
        </p:nvSpPr>
        <p:spPr>
          <a:xfrm xmlns:a="http://schemas.openxmlformats.org/drawingml/2006/main">
            <a:off x="2676525" y="4124325"/>
            <a:ext cx="17716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25333D"/>
                </a:solidFill>
                <a:latin typeface="STIX Two Math"/>
                <a:ea typeface="STIX Two Math"/>
                <a:cs typeface="STIX Two Math"/>
              </a:defRPr>
            </a:pPr>
            <a:r>
              <a:rPr sz="2100" b="0">
                <a:solidFill>
                  <a:srgbClr val="25333D"/>
                </a:solidFill>
                <a:latin typeface="STIX Two Math"/>
                <a:ea typeface="STIX Two Math"/>
                <a:cs typeface="STIX Two Math"/>
              </a:rPr>
              <a:t>z₀ = E₀(x̃₀)</a:t>
            </a:r>
          </a:p>
        </p:txBody>
      </p:sp>
      <p:sp>
        <p:nvSpPr>
          <p:cNvPr id="51" name="first-observation-to-initializer-205">
            <a:extLst xmlns:a="http://schemas.openxmlformats.org/drawingml/2006/main">
              <a:ext uri="{FF2B5EF4-FFF2-40B4-BE49-F238E27FC236}">
                <a16:creationId xmlns:a16="http://schemas.microsoft.com/office/drawing/2014/main" id="{2D35BFA4-E24F-4C7C-B876-5CC4927D30A1}"/>
              </a:ext>
            </a:extLst>
          </p:cNvPr>
          <p:cNvSpPr>
            <a:spLocks xmlns:a="http://schemas.openxmlformats.org/drawingml/2006/main" noGrp="1"/>
          </p:cNvSpPr>
          <p:nvPr/>
        </p:nvSpPr>
        <p:spPr>
          <a:xfrm xmlns:a="http://schemas.openxmlformats.org/drawingml/2006/main">
            <a:off x="1895475" y="2686050"/>
            <a:ext cx="685800" cy="1447800"/>
          </a:xfrm>
          <a:custGeom xmlns:a="http://schemas.openxmlformats.org/drawingml/2006/main">
            <a:pathLst>
              <a:path w="685800" h="1447800">
                <a:moveTo>
                  <a:pt x="0" y="0"/>
                </a:moveTo>
                <a:lnTo>
                  <a:pt x="238125" y="0"/>
                </a:lnTo>
                <a:lnTo>
                  <a:pt x="238125" y="1447800"/>
                </a:lnTo>
                <a:lnTo>
                  <a:pt x="685800" y="1447800"/>
                </a:lnTo>
              </a:path>
            </a:pathLst>
          </a:custGeom>
          <a:noFill xmlns:a="http://schemas.openxmlformats.org/drawingml/2006/main"/>
          <a:ln xmlns:a="http://schemas.openxmlformats.org/drawingml/2006/main" w="19050">
            <a:solidFill>
              <a:srgbClr val="8B9CA6"/>
            </a:solidFill>
            <a:prstDash val="solid"/>
          </a:ln>
        </p:spPr>
      </p:sp>
      <p:sp>
        <p:nvSpPr>
          <p:cNvPr id="52" name="first-observation-to-initializer-arrowhead-206">
            <a:extLst xmlns:a="http://schemas.openxmlformats.org/drawingml/2006/main">
              <a:ext uri="{FF2B5EF4-FFF2-40B4-BE49-F238E27FC236}">
                <a16:creationId xmlns:a16="http://schemas.microsoft.com/office/drawing/2014/main" id="{3F4C7F0C-9FF1-45AD-B40B-F77849DB341A}"/>
              </a:ext>
            </a:extLst>
          </p:cNvPr>
          <p:cNvSpPr>
            <a:spLocks xmlns:a="http://schemas.openxmlformats.org/drawingml/2006/main" noGrp="1"/>
          </p:cNvSpPr>
          <p:nvPr/>
        </p:nvSpPr>
        <p:spPr>
          <a:xfrm xmlns:a="http://schemas.openxmlformats.org/drawingml/2006/main">
            <a:off x="2495550" y="4092702"/>
            <a:ext cx="85725" cy="82296"/>
          </a:xfrm>
          <a:custGeom xmlns:a="http://schemas.openxmlformats.org/drawingml/2006/main">
            <a:pathLst>
              <a:path w="85725" h="82296">
                <a:moveTo>
                  <a:pt x="85725" y="41148"/>
                </a:moveTo>
                <a:lnTo>
                  <a:pt x="0" y="82296"/>
                </a:lnTo>
                <a:lnTo>
                  <a:pt x="0" y="0"/>
                </a:lnTo>
                <a:close/>
              </a:path>
            </a:pathLst>
          </a:custGeom>
          <a:solidFill xmlns:a="http://schemas.openxmlformats.org/drawingml/2006/main">
            <a:srgbClr val="8B9CA6"/>
          </a:solidFill>
          <a:ln xmlns:a="http://schemas.openxmlformats.org/drawingml/2006/main" w="0">
            <a:solidFill>
              <a:srgbClr val="8B9CA6"/>
            </a:solidFill>
            <a:prstDash val="solid"/>
          </a:ln>
        </p:spPr>
      </p:sp>
      <p:sp>
        <p:nvSpPr>
          <p:cNvPr id="53" name="first-observation-only-label-207">
            <a:extLst xmlns:a="http://schemas.openxmlformats.org/drawingml/2006/main">
              <a:ext uri="{FF2B5EF4-FFF2-40B4-BE49-F238E27FC236}">
                <a16:creationId xmlns:a16="http://schemas.microsoft.com/office/drawing/2014/main" id="{FECACE95-F89C-4D6E-8829-A11612A580C9}"/>
              </a:ext>
            </a:extLst>
          </p:cNvPr>
          <p:cNvSpPr>
            <a:spLocks xmlns:a="http://schemas.openxmlformats.org/drawingml/2006/main" noGrp="1"/>
          </p:cNvSpPr>
          <p:nvPr/>
        </p:nvSpPr>
        <p:spPr>
          <a:xfrm xmlns:a="http://schemas.openxmlformats.org/drawingml/2006/main">
            <a:off x="2133600" y="3267075"/>
            <a:ext cx="4000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0">
                <a:solidFill>
                  <a:srgbClr val="61737E"/>
                </a:solidFill>
                <a:latin typeface="STIX Two Math"/>
                <a:ea typeface="STIX Two Math"/>
                <a:cs typeface="STIX Two Math"/>
              </a:defRPr>
            </a:pPr>
            <a:r>
              <a:rPr sz="1875" b="0">
                <a:solidFill>
                  <a:srgbClr val="61737E"/>
                </a:solidFill>
                <a:latin typeface="STIX Two Math"/>
                <a:ea typeface="STIX Two Math"/>
                <a:cs typeface="STIX Two Math"/>
              </a:rPr>
              <a:t>x̃₀</a:t>
            </a:r>
          </a:p>
        </p:txBody>
      </p:sp>
      <p:sp>
        <p:nvSpPr>
          <p:cNvPr id="54" name="encoder-to-branch-208">
            <a:extLst xmlns:a="http://schemas.openxmlformats.org/drawingml/2006/main">
              <a:ext uri="{FF2B5EF4-FFF2-40B4-BE49-F238E27FC236}">
                <a16:creationId xmlns:a16="http://schemas.microsoft.com/office/drawing/2014/main" id="{09D075C5-2407-418D-938C-C8B077A7AF05}"/>
              </a:ext>
            </a:extLst>
          </p:cNvPr>
          <p:cNvSpPr>
            <a:spLocks xmlns:a="http://schemas.openxmlformats.org/drawingml/2006/main" noGrp="1"/>
          </p:cNvSpPr>
          <p:nvPr/>
        </p:nvSpPr>
        <p:spPr>
          <a:xfrm xmlns:a="http://schemas.openxmlformats.org/drawingml/2006/main">
            <a:off x="4543425" y="2609850"/>
            <a:ext cx="323850" cy="953"/>
          </a:xfrm>
          <a:custGeom xmlns:a="http://schemas.openxmlformats.org/drawingml/2006/main">
            <a:pathLst>
              <a:path w="323850" h="953">
                <a:moveTo>
                  <a:pt x="0" y="0"/>
                </a:moveTo>
                <a:lnTo>
                  <a:pt x="323850" y="0"/>
                </a:lnTo>
              </a:path>
            </a:pathLst>
          </a:custGeom>
          <a:noFill xmlns:a="http://schemas.openxmlformats.org/drawingml/2006/main"/>
          <a:ln xmlns:a="http://schemas.openxmlformats.org/drawingml/2006/main" w="22860">
            <a:solidFill>
              <a:srgbClr val="347DA9"/>
            </a:solidFill>
            <a:prstDash val="solid"/>
          </a:ln>
        </p:spPr>
      </p:sp>
      <p:sp>
        <p:nvSpPr>
          <p:cNvPr id="55" name="shared-encoding-branch-209">
            <a:extLst xmlns:a="http://schemas.openxmlformats.org/drawingml/2006/main">
              <a:ext uri="{FF2B5EF4-FFF2-40B4-BE49-F238E27FC236}">
                <a16:creationId xmlns:a16="http://schemas.microsoft.com/office/drawing/2014/main" id="{49C7C070-8C03-4B3A-A379-ABAAF32F10FD}"/>
              </a:ext>
            </a:extLst>
          </p:cNvPr>
          <p:cNvSpPr>
            <a:spLocks xmlns:a="http://schemas.openxmlformats.org/drawingml/2006/main" noGrp="1"/>
          </p:cNvSpPr>
          <p:nvPr/>
        </p:nvSpPr>
        <p:spPr>
          <a:xfrm xmlns:a="http://schemas.openxmlformats.org/drawingml/2006/main">
            <a:off x="4829175" y="2571750"/>
            <a:ext cx="76200" cy="76200"/>
          </a:xfrm>
          <a:prstGeom xmlns:a="http://schemas.openxmlformats.org/drawingml/2006/main" prst="ellipse">
            <a:avLst/>
          </a:prstGeom>
          <a:solidFill xmlns:a="http://schemas.openxmlformats.org/drawingml/2006/main">
            <a:srgbClr val="347DA9"/>
          </a:solidFill>
          <a:ln xmlns:a="http://schemas.openxmlformats.org/drawingml/2006/main" w="0">
            <a:solidFill>
              <a:srgbClr val="347DA9"/>
            </a:solidFill>
          </a:ln>
        </p:spPr>
      </p:sp>
      <p:sp>
        <p:nvSpPr>
          <p:cNvPr id="56" name="latest-encoding-direct-path-210">
            <a:extLst xmlns:a="http://schemas.openxmlformats.org/drawingml/2006/main">
              <a:ext uri="{FF2B5EF4-FFF2-40B4-BE49-F238E27FC236}">
                <a16:creationId xmlns:a16="http://schemas.microsoft.com/office/drawing/2014/main" id="{1E483AC1-5B04-4203-B130-6173419CA0B0}"/>
              </a:ext>
            </a:extLst>
          </p:cNvPr>
          <p:cNvSpPr>
            <a:spLocks xmlns:a="http://schemas.openxmlformats.org/drawingml/2006/main" noGrp="1"/>
          </p:cNvSpPr>
          <p:nvPr/>
        </p:nvSpPr>
        <p:spPr>
          <a:xfrm xmlns:a="http://schemas.openxmlformats.org/drawingml/2006/main">
            <a:off x="4867275" y="1104900"/>
            <a:ext cx="7658100" cy="1504950"/>
          </a:xfrm>
          <a:custGeom xmlns:a="http://schemas.openxmlformats.org/drawingml/2006/main">
            <a:pathLst>
              <a:path w="7658100" h="1504950">
                <a:moveTo>
                  <a:pt x="0" y="1504950"/>
                </a:moveTo>
                <a:lnTo>
                  <a:pt x="0" y="0"/>
                </a:lnTo>
                <a:lnTo>
                  <a:pt x="7658100" y="0"/>
                </a:lnTo>
                <a:lnTo>
                  <a:pt x="7658100" y="533400"/>
                </a:lnTo>
              </a:path>
            </a:pathLst>
          </a:custGeom>
          <a:noFill xmlns:a="http://schemas.openxmlformats.org/drawingml/2006/main"/>
          <a:ln xmlns:a="http://schemas.openxmlformats.org/drawingml/2006/main" w="23813">
            <a:solidFill>
              <a:srgbClr val="347DA9"/>
            </a:solidFill>
            <a:prstDash val="solid"/>
          </a:ln>
        </p:spPr>
      </p:sp>
      <p:sp>
        <p:nvSpPr>
          <p:cNvPr id="57" name="latest-encoding-direct-path-arrowhead-211">
            <a:extLst xmlns:a="http://schemas.openxmlformats.org/drawingml/2006/main">
              <a:ext uri="{FF2B5EF4-FFF2-40B4-BE49-F238E27FC236}">
                <a16:creationId xmlns:a16="http://schemas.microsoft.com/office/drawing/2014/main" id="{09ED9A06-27D5-4819-8B4E-4DAAE0561E50}"/>
              </a:ext>
            </a:extLst>
          </p:cNvPr>
          <p:cNvSpPr>
            <a:spLocks xmlns:a="http://schemas.openxmlformats.org/drawingml/2006/main" noGrp="1"/>
          </p:cNvSpPr>
          <p:nvPr/>
        </p:nvSpPr>
        <p:spPr>
          <a:xfrm xmlns:a="http://schemas.openxmlformats.org/drawingml/2006/main">
            <a:off x="12484227" y="1552575"/>
            <a:ext cx="82296" cy="85725"/>
          </a:xfrm>
          <a:custGeom xmlns:a="http://schemas.openxmlformats.org/drawingml/2006/main">
            <a:pathLst>
              <a:path w="82296" h="85725">
                <a:moveTo>
                  <a:pt x="41148" y="85725"/>
                </a:moveTo>
                <a:lnTo>
                  <a:pt x="0" y="0"/>
                </a:lnTo>
                <a:lnTo>
                  <a:pt x="82296" y="0"/>
                </a:lnTo>
                <a:close/>
              </a:path>
            </a:pathLst>
          </a:custGeom>
          <a:solidFill xmlns:a="http://schemas.openxmlformats.org/drawingml/2006/main">
            <a:srgbClr val="347DA9"/>
          </a:solidFill>
          <a:ln xmlns:a="http://schemas.openxmlformats.org/drawingml/2006/main" w="0">
            <a:solidFill>
              <a:srgbClr val="347DA9"/>
            </a:solidFill>
            <a:prstDash val="solid"/>
          </a:ln>
        </p:spPr>
      </p:sp>
      <p:sp>
        <p:nvSpPr>
          <p:cNvPr id="58" name="latest-encoding-label-212">
            <a:extLst xmlns:a="http://schemas.openxmlformats.org/drawingml/2006/main">
              <a:ext uri="{FF2B5EF4-FFF2-40B4-BE49-F238E27FC236}">
                <a16:creationId xmlns:a16="http://schemas.microsoft.com/office/drawing/2014/main" id="{3C8574B4-6CF5-4F26-83E1-4CEEB73547AE}"/>
              </a:ext>
            </a:extLst>
          </p:cNvPr>
          <p:cNvSpPr>
            <a:spLocks xmlns:a="http://schemas.openxmlformats.org/drawingml/2006/main" noGrp="1"/>
          </p:cNvSpPr>
          <p:nvPr/>
        </p:nvSpPr>
        <p:spPr>
          <a:xfrm xmlns:a="http://schemas.openxmlformats.org/drawingml/2006/main">
            <a:off x="6334125" y="742950"/>
            <a:ext cx="4591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347DA9"/>
                </a:solidFill>
                <a:latin typeface="STIX Two Math"/>
                <a:ea typeface="STIX Two Math"/>
                <a:cs typeface="STIX Two Math"/>
              </a:defRPr>
            </a:pPr>
            <a:r>
              <a:rPr sz="2025" b="0">
                <a:solidFill>
                  <a:srgbClr val="347DA9"/>
                </a:solidFill>
                <a:latin typeface="STIX Two Math"/>
                <a:ea typeface="STIX Two Math"/>
                <a:cs typeface="STIX Two Math"/>
              </a:rPr>
              <a:t>Latest available encoding hₘ₋₁</a:t>
            </a:r>
          </a:p>
        </p:txBody>
      </p:sp>
      <p:sp>
        <p:nvSpPr>
          <p:cNvPr id="59" name="input-path-rule-213">
            <a:extLst xmlns:a="http://schemas.openxmlformats.org/drawingml/2006/main">
              <a:ext uri="{FF2B5EF4-FFF2-40B4-BE49-F238E27FC236}">
                <a16:creationId xmlns:a16="http://schemas.microsoft.com/office/drawing/2014/main" id="{75CDDF73-6867-4C70-AF17-508ED3701DB0}"/>
              </a:ext>
            </a:extLst>
          </p:cNvPr>
          <p:cNvSpPr>
            <a:spLocks xmlns:a="http://schemas.openxmlformats.org/drawingml/2006/main" noGrp="1"/>
          </p:cNvSpPr>
          <p:nvPr/>
        </p:nvSpPr>
        <p:spPr>
          <a:xfrm xmlns:a="http://schemas.openxmlformats.org/drawingml/2006/main">
            <a:off x="5238750" y="1790700"/>
            <a:ext cx="5219700" cy="1057275"/>
          </a:xfrm>
          <a:prstGeom xmlns:a="http://schemas.openxmlformats.org/drawingml/2006/main" prst="rect">
            <a:avLst/>
          </a:prstGeom>
          <a:solidFill xmlns:a="http://schemas.openxmlformats.org/drawingml/2006/main">
            <a:srgbClr val="FFFFFF"/>
          </a:solidFill>
          <a:ln xmlns:a="http://schemas.openxmlformats.org/drawingml/2006/main" w="11430">
            <a:solidFill>
              <a:srgbClr val="347DA9"/>
            </a:solidFill>
            <a:prstDash val="solid"/>
          </a:ln>
        </p:spPr>
      </p:sp>
      <p:sp>
        <p:nvSpPr>
          <p:cNvPr id="60" name="input-path-header-214">
            <a:extLst xmlns:a="http://schemas.openxmlformats.org/drawingml/2006/main">
              <a:ext uri="{FF2B5EF4-FFF2-40B4-BE49-F238E27FC236}">
                <a16:creationId xmlns:a16="http://schemas.microsoft.com/office/drawing/2014/main" id="{4F5868C8-A313-4D69-BFE9-880E8EEEB3C8}"/>
              </a:ext>
            </a:extLst>
          </p:cNvPr>
          <p:cNvSpPr>
            <a:spLocks xmlns:a="http://schemas.openxmlformats.org/drawingml/2006/main" noGrp="1"/>
          </p:cNvSpPr>
          <p:nvPr/>
        </p:nvSpPr>
        <p:spPr>
          <a:xfrm xmlns:a="http://schemas.openxmlformats.org/drawingml/2006/main">
            <a:off x="5372100" y="1876425"/>
            <a:ext cx="2647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a:solidFill>
                  <a:srgbClr val="347DA9"/>
                </a:solidFill>
                <a:latin typeface="Arial"/>
                <a:ea typeface="Arial"/>
                <a:cs typeface="Arial"/>
              </a:defRPr>
            </a:pPr>
            <a:r>
              <a:rPr sz="1875" b="1">
                <a:solidFill>
                  <a:srgbClr val="347DA9"/>
                </a:solidFill>
                <a:latin typeface="Arial"/>
                <a:ea typeface="Arial"/>
                <a:cs typeface="Arial"/>
              </a:rPr>
              <a:t>Encoded input h(τ)</a:t>
            </a:r>
          </a:p>
        </p:txBody>
      </p:sp>
      <p:sp>
        <p:nvSpPr>
          <p:cNvPr id="61" name="input-path-rule-text-215">
            <a:extLst xmlns:a="http://schemas.openxmlformats.org/drawingml/2006/main">
              <a:ext uri="{FF2B5EF4-FFF2-40B4-BE49-F238E27FC236}">
                <a16:creationId xmlns:a16="http://schemas.microsoft.com/office/drawing/2014/main" id="{94DBF820-DD5D-44E3-B29A-9BBB0EAB7A0C}"/>
              </a:ext>
            </a:extLst>
          </p:cNvPr>
          <p:cNvSpPr>
            <a:spLocks xmlns:a="http://schemas.openxmlformats.org/drawingml/2006/main" noGrp="1"/>
          </p:cNvSpPr>
          <p:nvPr/>
        </p:nvSpPr>
        <p:spPr>
          <a:xfrm xmlns:a="http://schemas.openxmlformats.org/drawingml/2006/main">
            <a:off x="5372100" y="2295525"/>
            <a:ext cx="49434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25333D"/>
                </a:solidFill>
                <a:latin typeface="Arial"/>
                <a:ea typeface="Arial"/>
                <a:cs typeface="Arial"/>
              </a:defRPr>
            </a:pPr>
            <a:r>
              <a:rPr sz="1725" b="0">
                <a:solidFill>
                  <a:srgbClr val="25333D"/>
                </a:solidFill>
                <a:latin typeface="Arial"/>
                <a:ea typeface="Arial"/>
                <a:cs typeface="Arial"/>
              </a:rPr>
              <a:t>Interpolate history, then hold hₘ₋₁</a:t>
            </a:r>
          </a:p>
        </p:txBody>
      </p:sp>
      <p:sp>
        <p:nvSpPr>
          <p:cNvPr id="62" name="encoded-interpolation-miniature-216">
            <a:extLst xmlns:a="http://schemas.openxmlformats.org/drawingml/2006/main">
              <a:ext uri="{FF2B5EF4-FFF2-40B4-BE49-F238E27FC236}">
                <a16:creationId xmlns:a16="http://schemas.microsoft.com/office/drawing/2014/main" id="{0430F32A-80DC-4EA0-ADEE-F6E04643F7DD}"/>
              </a:ext>
            </a:extLst>
          </p:cNvPr>
          <p:cNvSpPr>
            <a:spLocks xmlns:a="http://schemas.openxmlformats.org/drawingml/2006/main" noGrp="1"/>
          </p:cNvSpPr>
          <p:nvPr/>
        </p:nvSpPr>
        <p:spPr>
          <a:xfrm xmlns:a="http://schemas.openxmlformats.org/drawingml/2006/main">
            <a:off x="8267700" y="1943100"/>
            <a:ext cx="1914525" cy="228600"/>
          </a:xfrm>
          <a:custGeom xmlns:a="http://schemas.openxmlformats.org/drawingml/2006/main">
            <a:pathLst>
              <a:path w="1914525" h="228600">
                <a:moveTo>
                  <a:pt x="0" y="228600"/>
                </a:moveTo>
                <a:lnTo>
                  <a:pt x="257175" y="95250"/>
                </a:lnTo>
                <a:lnTo>
                  <a:pt x="514350" y="180975"/>
                </a:lnTo>
                <a:lnTo>
                  <a:pt x="771525" y="0"/>
                </a:lnTo>
                <a:lnTo>
                  <a:pt x="1028700" y="114300"/>
                </a:lnTo>
                <a:lnTo>
                  <a:pt x="1285875" y="9525"/>
                </a:lnTo>
                <a:lnTo>
                  <a:pt x="1543050" y="9525"/>
                </a:lnTo>
                <a:lnTo>
                  <a:pt x="1914525" y="9525"/>
                </a:lnTo>
              </a:path>
            </a:pathLst>
          </a:custGeom>
          <a:noFill xmlns:a="http://schemas.openxmlformats.org/drawingml/2006/main"/>
          <a:ln xmlns:a="http://schemas.openxmlformats.org/drawingml/2006/main" w="20955">
            <a:solidFill>
              <a:srgbClr val="347DA9"/>
            </a:solidFill>
            <a:prstDash val="solid"/>
          </a:ln>
        </p:spPr>
      </p:sp>
      <p:sp>
        <p:nvSpPr>
          <p:cNvPr id="63" name="encoding-sample-dot-217">
            <a:extLst xmlns:a="http://schemas.openxmlformats.org/drawingml/2006/main">
              <a:ext uri="{FF2B5EF4-FFF2-40B4-BE49-F238E27FC236}">
                <a16:creationId xmlns:a16="http://schemas.microsoft.com/office/drawing/2014/main" id="{86621A71-A529-4B3E-AED0-F97D71AB3DA0}"/>
              </a:ext>
            </a:extLst>
          </p:cNvPr>
          <p:cNvSpPr>
            <a:spLocks xmlns:a="http://schemas.openxmlformats.org/drawingml/2006/main" noGrp="1"/>
          </p:cNvSpPr>
          <p:nvPr/>
        </p:nvSpPr>
        <p:spPr>
          <a:xfrm xmlns:a="http://schemas.openxmlformats.org/drawingml/2006/main">
            <a:off x="8241983" y="2145983"/>
            <a:ext cx="51435" cy="51435"/>
          </a:xfrm>
          <a:prstGeom xmlns:a="http://schemas.openxmlformats.org/drawingml/2006/main" prst="ellipse">
            <a:avLst/>
          </a:prstGeom>
          <a:solidFill xmlns:a="http://schemas.openxmlformats.org/drawingml/2006/main">
            <a:srgbClr val="347DA9"/>
          </a:solidFill>
          <a:ln xmlns:a="http://schemas.openxmlformats.org/drawingml/2006/main" w="0">
            <a:solidFill>
              <a:srgbClr val="347DA9"/>
            </a:solidFill>
          </a:ln>
        </p:spPr>
      </p:sp>
      <p:sp>
        <p:nvSpPr>
          <p:cNvPr id="64" name="encoding-sample-dot-218">
            <a:extLst xmlns:a="http://schemas.openxmlformats.org/drawingml/2006/main">
              <a:ext uri="{FF2B5EF4-FFF2-40B4-BE49-F238E27FC236}">
                <a16:creationId xmlns:a16="http://schemas.microsoft.com/office/drawing/2014/main" id="{F3A3513D-CB60-4D6A-A791-552B3FF41DC3}"/>
              </a:ext>
            </a:extLst>
          </p:cNvPr>
          <p:cNvSpPr>
            <a:spLocks xmlns:a="http://schemas.openxmlformats.org/drawingml/2006/main" noGrp="1"/>
          </p:cNvSpPr>
          <p:nvPr/>
        </p:nvSpPr>
        <p:spPr>
          <a:xfrm xmlns:a="http://schemas.openxmlformats.org/drawingml/2006/main">
            <a:off x="8499158" y="2012633"/>
            <a:ext cx="51435" cy="51435"/>
          </a:xfrm>
          <a:prstGeom xmlns:a="http://schemas.openxmlformats.org/drawingml/2006/main" prst="ellipse">
            <a:avLst/>
          </a:prstGeom>
          <a:solidFill xmlns:a="http://schemas.openxmlformats.org/drawingml/2006/main">
            <a:srgbClr val="347DA9"/>
          </a:solidFill>
          <a:ln xmlns:a="http://schemas.openxmlformats.org/drawingml/2006/main" w="0">
            <a:solidFill>
              <a:srgbClr val="347DA9"/>
            </a:solidFill>
          </a:ln>
        </p:spPr>
      </p:sp>
      <p:sp>
        <p:nvSpPr>
          <p:cNvPr id="65" name="encoding-sample-dot-219">
            <a:extLst xmlns:a="http://schemas.openxmlformats.org/drawingml/2006/main">
              <a:ext uri="{FF2B5EF4-FFF2-40B4-BE49-F238E27FC236}">
                <a16:creationId xmlns:a16="http://schemas.microsoft.com/office/drawing/2014/main" id="{6987BE7A-8E8F-42C6-9A01-6FB603E5AE7B}"/>
              </a:ext>
            </a:extLst>
          </p:cNvPr>
          <p:cNvSpPr>
            <a:spLocks xmlns:a="http://schemas.openxmlformats.org/drawingml/2006/main" noGrp="1"/>
          </p:cNvSpPr>
          <p:nvPr/>
        </p:nvSpPr>
        <p:spPr>
          <a:xfrm xmlns:a="http://schemas.openxmlformats.org/drawingml/2006/main">
            <a:off x="8756333" y="2098358"/>
            <a:ext cx="51435" cy="51435"/>
          </a:xfrm>
          <a:prstGeom xmlns:a="http://schemas.openxmlformats.org/drawingml/2006/main" prst="ellipse">
            <a:avLst/>
          </a:prstGeom>
          <a:solidFill xmlns:a="http://schemas.openxmlformats.org/drawingml/2006/main">
            <a:srgbClr val="347DA9"/>
          </a:solidFill>
          <a:ln xmlns:a="http://schemas.openxmlformats.org/drawingml/2006/main" w="0">
            <a:solidFill>
              <a:srgbClr val="347DA9"/>
            </a:solidFill>
          </a:ln>
        </p:spPr>
      </p:sp>
      <p:sp>
        <p:nvSpPr>
          <p:cNvPr id="66" name="encoding-sample-dot-220">
            <a:extLst xmlns:a="http://schemas.openxmlformats.org/drawingml/2006/main">
              <a:ext uri="{FF2B5EF4-FFF2-40B4-BE49-F238E27FC236}">
                <a16:creationId xmlns:a16="http://schemas.microsoft.com/office/drawing/2014/main" id="{1915803D-70CD-4F67-8695-51D4BA03A105}"/>
              </a:ext>
            </a:extLst>
          </p:cNvPr>
          <p:cNvSpPr>
            <a:spLocks xmlns:a="http://schemas.openxmlformats.org/drawingml/2006/main" noGrp="1"/>
          </p:cNvSpPr>
          <p:nvPr/>
        </p:nvSpPr>
        <p:spPr>
          <a:xfrm xmlns:a="http://schemas.openxmlformats.org/drawingml/2006/main">
            <a:off x="9013508" y="1917383"/>
            <a:ext cx="51435" cy="51435"/>
          </a:xfrm>
          <a:prstGeom xmlns:a="http://schemas.openxmlformats.org/drawingml/2006/main" prst="ellipse">
            <a:avLst/>
          </a:prstGeom>
          <a:solidFill xmlns:a="http://schemas.openxmlformats.org/drawingml/2006/main">
            <a:srgbClr val="347DA9"/>
          </a:solidFill>
          <a:ln xmlns:a="http://schemas.openxmlformats.org/drawingml/2006/main" w="0">
            <a:solidFill>
              <a:srgbClr val="347DA9"/>
            </a:solidFill>
          </a:ln>
        </p:spPr>
      </p:sp>
      <p:sp>
        <p:nvSpPr>
          <p:cNvPr id="67" name="encoding-sample-dot-221">
            <a:extLst xmlns:a="http://schemas.openxmlformats.org/drawingml/2006/main">
              <a:ext uri="{FF2B5EF4-FFF2-40B4-BE49-F238E27FC236}">
                <a16:creationId xmlns:a16="http://schemas.microsoft.com/office/drawing/2014/main" id="{63167AB4-3A82-4363-8419-AE0B88EEA374}"/>
              </a:ext>
            </a:extLst>
          </p:cNvPr>
          <p:cNvSpPr>
            <a:spLocks xmlns:a="http://schemas.openxmlformats.org/drawingml/2006/main" noGrp="1"/>
          </p:cNvSpPr>
          <p:nvPr/>
        </p:nvSpPr>
        <p:spPr>
          <a:xfrm xmlns:a="http://schemas.openxmlformats.org/drawingml/2006/main">
            <a:off x="9270683" y="2031683"/>
            <a:ext cx="51435" cy="51435"/>
          </a:xfrm>
          <a:prstGeom xmlns:a="http://schemas.openxmlformats.org/drawingml/2006/main" prst="ellipse">
            <a:avLst/>
          </a:prstGeom>
          <a:solidFill xmlns:a="http://schemas.openxmlformats.org/drawingml/2006/main">
            <a:srgbClr val="347DA9"/>
          </a:solidFill>
          <a:ln xmlns:a="http://schemas.openxmlformats.org/drawingml/2006/main" w="0">
            <a:solidFill>
              <a:srgbClr val="347DA9"/>
            </a:solidFill>
          </a:ln>
        </p:spPr>
      </p:sp>
      <p:sp>
        <p:nvSpPr>
          <p:cNvPr id="68" name="encoding-sample-dot-222">
            <a:extLst xmlns:a="http://schemas.openxmlformats.org/drawingml/2006/main">
              <a:ext uri="{FF2B5EF4-FFF2-40B4-BE49-F238E27FC236}">
                <a16:creationId xmlns:a16="http://schemas.microsoft.com/office/drawing/2014/main" id="{58DC7D27-2A13-4A66-A7A1-46824B27B60B}"/>
              </a:ext>
            </a:extLst>
          </p:cNvPr>
          <p:cNvSpPr>
            <a:spLocks xmlns:a="http://schemas.openxmlformats.org/drawingml/2006/main" noGrp="1"/>
          </p:cNvSpPr>
          <p:nvPr/>
        </p:nvSpPr>
        <p:spPr>
          <a:xfrm xmlns:a="http://schemas.openxmlformats.org/drawingml/2006/main">
            <a:off x="9527858" y="1926908"/>
            <a:ext cx="51435" cy="51435"/>
          </a:xfrm>
          <a:prstGeom xmlns:a="http://schemas.openxmlformats.org/drawingml/2006/main" prst="ellipse">
            <a:avLst/>
          </a:prstGeom>
          <a:solidFill xmlns:a="http://schemas.openxmlformats.org/drawingml/2006/main">
            <a:srgbClr val="347DA9"/>
          </a:solidFill>
          <a:ln xmlns:a="http://schemas.openxmlformats.org/drawingml/2006/main" w="0">
            <a:solidFill>
              <a:srgbClr val="347DA9"/>
            </a:solidFill>
          </a:ln>
        </p:spPr>
      </p:sp>
      <p:sp>
        <p:nvSpPr>
          <p:cNvPr id="69" name="hold-boundary-223">
            <a:extLst xmlns:a="http://schemas.openxmlformats.org/drawingml/2006/main">
              <a:ext uri="{FF2B5EF4-FFF2-40B4-BE49-F238E27FC236}">
                <a16:creationId xmlns:a16="http://schemas.microsoft.com/office/drawing/2014/main" id="{62AA2298-7D49-4C5D-BE3D-F5AD85C6EA56}"/>
              </a:ext>
            </a:extLst>
          </p:cNvPr>
          <p:cNvSpPr>
            <a:spLocks xmlns:a="http://schemas.openxmlformats.org/drawingml/2006/main" noGrp="1"/>
          </p:cNvSpPr>
          <p:nvPr/>
        </p:nvSpPr>
        <p:spPr>
          <a:xfrm xmlns:a="http://schemas.openxmlformats.org/drawingml/2006/main">
            <a:off x="9553575" y="1828800"/>
            <a:ext cx="953" cy="371475"/>
          </a:xfrm>
          <a:custGeom xmlns:a="http://schemas.openxmlformats.org/drawingml/2006/main">
            <a:pathLst>
              <a:path w="953" h="371475">
                <a:moveTo>
                  <a:pt x="0" y="0"/>
                </a:moveTo>
                <a:lnTo>
                  <a:pt x="0" y="371475"/>
                </a:lnTo>
              </a:path>
            </a:pathLst>
          </a:custGeom>
          <a:noFill xmlns:a="http://schemas.openxmlformats.org/drawingml/2006/main"/>
          <a:ln xmlns:a="http://schemas.openxmlformats.org/drawingml/2006/main" w="11430">
            <a:solidFill>
              <a:srgbClr val="CD725D"/>
            </a:solidFill>
            <a:prstDash val="dash"/>
          </a:ln>
        </p:spPr>
      </p:sp>
      <p:sp>
        <p:nvSpPr>
          <p:cNvPr id="70" name="history-encoding-to-interpolator-224">
            <a:extLst xmlns:a="http://schemas.openxmlformats.org/drawingml/2006/main">
              <a:ext uri="{FF2B5EF4-FFF2-40B4-BE49-F238E27FC236}">
                <a16:creationId xmlns:a16="http://schemas.microsoft.com/office/drawing/2014/main" id="{137E7038-1823-422F-8302-D63FEBD04909}"/>
              </a:ext>
            </a:extLst>
          </p:cNvPr>
          <p:cNvSpPr>
            <a:spLocks xmlns:a="http://schemas.openxmlformats.org/drawingml/2006/main" noGrp="1"/>
          </p:cNvSpPr>
          <p:nvPr/>
        </p:nvSpPr>
        <p:spPr>
          <a:xfrm xmlns:a="http://schemas.openxmlformats.org/drawingml/2006/main">
            <a:off x="4867275" y="2333625"/>
            <a:ext cx="371475" cy="276225"/>
          </a:xfrm>
          <a:custGeom xmlns:a="http://schemas.openxmlformats.org/drawingml/2006/main">
            <a:pathLst>
              <a:path w="371475" h="276225">
                <a:moveTo>
                  <a:pt x="0" y="276225"/>
                </a:moveTo>
                <a:lnTo>
                  <a:pt x="228600" y="276225"/>
                </a:lnTo>
                <a:lnTo>
                  <a:pt x="228600" y="0"/>
                </a:lnTo>
                <a:lnTo>
                  <a:pt x="371475" y="0"/>
                </a:lnTo>
              </a:path>
            </a:pathLst>
          </a:custGeom>
          <a:noFill xmlns:a="http://schemas.openxmlformats.org/drawingml/2006/main"/>
          <a:ln xmlns:a="http://schemas.openxmlformats.org/drawingml/2006/main" w="20955">
            <a:solidFill>
              <a:srgbClr val="347DA9"/>
            </a:solidFill>
            <a:prstDash val="solid"/>
          </a:ln>
        </p:spPr>
      </p:sp>
      <p:sp>
        <p:nvSpPr>
          <p:cNvPr id="71" name="history-encoding-to-interpolator-arrowhead-225">
            <a:extLst xmlns:a="http://schemas.openxmlformats.org/drawingml/2006/main">
              <a:ext uri="{FF2B5EF4-FFF2-40B4-BE49-F238E27FC236}">
                <a16:creationId xmlns:a16="http://schemas.microsoft.com/office/drawing/2014/main" id="{192F5C02-6DF4-4DED-B8CA-93462C97BE67}"/>
              </a:ext>
            </a:extLst>
          </p:cNvPr>
          <p:cNvSpPr>
            <a:spLocks xmlns:a="http://schemas.openxmlformats.org/drawingml/2006/main" noGrp="1"/>
          </p:cNvSpPr>
          <p:nvPr/>
        </p:nvSpPr>
        <p:spPr>
          <a:xfrm xmlns:a="http://schemas.openxmlformats.org/drawingml/2006/main">
            <a:off x="5153025" y="2292477"/>
            <a:ext cx="85725" cy="82296"/>
          </a:xfrm>
          <a:custGeom xmlns:a="http://schemas.openxmlformats.org/drawingml/2006/main">
            <a:pathLst>
              <a:path w="85725" h="82296">
                <a:moveTo>
                  <a:pt x="85725" y="41148"/>
                </a:moveTo>
                <a:lnTo>
                  <a:pt x="0" y="82296"/>
                </a:lnTo>
                <a:lnTo>
                  <a:pt x="0" y="0"/>
                </a:lnTo>
                <a:close/>
              </a:path>
            </a:pathLst>
          </a:custGeom>
          <a:solidFill xmlns:a="http://schemas.openxmlformats.org/drawingml/2006/main">
            <a:srgbClr val="347DA9"/>
          </a:solidFill>
          <a:ln xmlns:a="http://schemas.openxmlformats.org/drawingml/2006/main" w="0">
            <a:solidFill>
              <a:srgbClr val="347DA9"/>
            </a:solidFill>
            <a:prstDash val="solid"/>
          </a:ln>
        </p:spPr>
      </p:sp>
      <p:sp>
        <p:nvSpPr>
          <p:cNvPr id="72" name="encoded-input-to-dynamics-226">
            <a:extLst xmlns:a="http://schemas.openxmlformats.org/drawingml/2006/main">
              <a:ext uri="{FF2B5EF4-FFF2-40B4-BE49-F238E27FC236}">
                <a16:creationId xmlns:a16="http://schemas.microsoft.com/office/drawing/2014/main" id="{508BE5E2-54BB-4923-B0F1-C7714D0ED019}"/>
              </a:ext>
            </a:extLst>
          </p:cNvPr>
          <p:cNvSpPr>
            <a:spLocks xmlns:a="http://schemas.openxmlformats.org/drawingml/2006/main" noGrp="1"/>
          </p:cNvSpPr>
          <p:nvPr/>
        </p:nvSpPr>
        <p:spPr>
          <a:xfrm xmlns:a="http://schemas.openxmlformats.org/drawingml/2006/main">
            <a:off x="7848600" y="2847975"/>
            <a:ext cx="953" cy="381000"/>
          </a:xfrm>
          <a:custGeom xmlns:a="http://schemas.openxmlformats.org/drawingml/2006/main">
            <a:pathLst>
              <a:path w="953" h="381000">
                <a:moveTo>
                  <a:pt x="0" y="0"/>
                </a:moveTo>
                <a:lnTo>
                  <a:pt x="0" y="381000"/>
                </a:lnTo>
              </a:path>
            </a:pathLst>
          </a:custGeom>
          <a:noFill xmlns:a="http://schemas.openxmlformats.org/drawingml/2006/main"/>
          <a:ln xmlns:a="http://schemas.openxmlformats.org/drawingml/2006/main" w="21908">
            <a:solidFill>
              <a:srgbClr val="347DA9"/>
            </a:solidFill>
            <a:prstDash val="solid"/>
          </a:ln>
        </p:spPr>
      </p:sp>
      <p:sp>
        <p:nvSpPr>
          <p:cNvPr id="73" name="encoded-input-to-dynamics-arrowhead-227">
            <a:extLst xmlns:a="http://schemas.openxmlformats.org/drawingml/2006/main">
              <a:ext uri="{FF2B5EF4-FFF2-40B4-BE49-F238E27FC236}">
                <a16:creationId xmlns:a16="http://schemas.microsoft.com/office/drawing/2014/main" id="{D26D02C4-FBA3-4A5A-9C64-6220F034DB66}"/>
              </a:ext>
            </a:extLst>
          </p:cNvPr>
          <p:cNvSpPr>
            <a:spLocks xmlns:a="http://schemas.openxmlformats.org/drawingml/2006/main" noGrp="1"/>
          </p:cNvSpPr>
          <p:nvPr/>
        </p:nvSpPr>
        <p:spPr>
          <a:xfrm xmlns:a="http://schemas.openxmlformats.org/drawingml/2006/main">
            <a:off x="7807452" y="3143250"/>
            <a:ext cx="82296" cy="85725"/>
          </a:xfrm>
          <a:custGeom xmlns:a="http://schemas.openxmlformats.org/drawingml/2006/main">
            <a:pathLst>
              <a:path w="82296" h="85725">
                <a:moveTo>
                  <a:pt x="41148" y="85725"/>
                </a:moveTo>
                <a:lnTo>
                  <a:pt x="0" y="0"/>
                </a:lnTo>
                <a:lnTo>
                  <a:pt x="82296" y="0"/>
                </a:lnTo>
                <a:close/>
              </a:path>
            </a:pathLst>
          </a:custGeom>
          <a:solidFill xmlns:a="http://schemas.openxmlformats.org/drawingml/2006/main">
            <a:srgbClr val="347DA9"/>
          </a:solidFill>
          <a:ln xmlns:a="http://schemas.openxmlformats.org/drawingml/2006/main" w="0">
            <a:solidFill>
              <a:srgbClr val="347DA9"/>
            </a:solidFill>
            <a:prstDash val="solid"/>
          </a:ln>
        </p:spPr>
      </p:sp>
      <p:sp>
        <p:nvSpPr>
          <p:cNvPr id="74" name="ode-integrator-228">
            <a:extLst xmlns:a="http://schemas.openxmlformats.org/drawingml/2006/main">
              <a:ext uri="{FF2B5EF4-FFF2-40B4-BE49-F238E27FC236}">
                <a16:creationId xmlns:a16="http://schemas.microsoft.com/office/drawing/2014/main" id="{CAB22B9F-B6F7-48C0-B7E3-6F46E348F973}"/>
              </a:ext>
            </a:extLst>
          </p:cNvPr>
          <p:cNvSpPr>
            <a:spLocks xmlns:a="http://schemas.openxmlformats.org/drawingml/2006/main" noGrp="1"/>
          </p:cNvSpPr>
          <p:nvPr/>
        </p:nvSpPr>
        <p:spPr>
          <a:xfrm xmlns:a="http://schemas.openxmlformats.org/drawingml/2006/main">
            <a:off x="5238750" y="3228975"/>
            <a:ext cx="5219700" cy="2838450"/>
          </a:xfrm>
          <a:prstGeom xmlns:a="http://schemas.openxmlformats.org/drawingml/2006/main" prst="rect">
            <a:avLst/>
          </a:prstGeom>
          <a:solidFill xmlns:a="http://schemas.openxmlformats.org/drawingml/2006/main">
            <a:srgbClr val="E8F4EF"/>
          </a:solidFill>
          <a:ln xmlns:a="http://schemas.openxmlformats.org/drawingml/2006/main" w="14288">
            <a:solidFill>
              <a:srgbClr val="388E80"/>
            </a:solidFill>
            <a:prstDash val="solid"/>
          </a:ln>
        </p:spPr>
      </p:sp>
      <p:sp>
        <p:nvSpPr>
          <p:cNvPr id="75" name="ode-integrator-title-229">
            <a:extLst xmlns:a="http://schemas.openxmlformats.org/drawingml/2006/main">
              <a:ext uri="{FF2B5EF4-FFF2-40B4-BE49-F238E27FC236}">
                <a16:creationId xmlns:a16="http://schemas.microsoft.com/office/drawing/2014/main" id="{56649B31-376A-4BCA-AF43-B0C251E4A729}"/>
              </a:ext>
            </a:extLst>
          </p:cNvPr>
          <p:cNvSpPr>
            <a:spLocks xmlns:a="http://schemas.openxmlformats.org/drawingml/2006/main" noGrp="1"/>
          </p:cNvSpPr>
          <p:nvPr/>
        </p:nvSpPr>
        <p:spPr>
          <a:xfrm xmlns:a="http://schemas.openxmlformats.org/drawingml/2006/main">
            <a:off x="5438775" y="3333750"/>
            <a:ext cx="48387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1">
                <a:solidFill>
                  <a:srgbClr val="388E80"/>
                </a:solidFill>
                <a:latin typeface="Arial"/>
                <a:ea typeface="Arial"/>
                <a:cs typeface="Arial"/>
              </a:defRPr>
            </a:pPr>
            <a:r>
              <a:rPr sz="2025" b="1">
                <a:solidFill>
                  <a:srgbClr val="388E80"/>
                </a:solidFill>
                <a:latin typeface="Arial"/>
                <a:ea typeface="Arial"/>
                <a:cs typeface="Arial"/>
              </a:rPr>
              <a:t>ODE integration (RK4)</a:t>
            </a:r>
          </a:p>
        </p:txBody>
      </p:sp>
      <p:sp>
        <p:nvSpPr>
          <p:cNvPr id="76" name="latent-state-node-230">
            <a:extLst xmlns:a="http://schemas.openxmlformats.org/drawingml/2006/main">
              <a:ext uri="{FF2B5EF4-FFF2-40B4-BE49-F238E27FC236}">
                <a16:creationId xmlns:a16="http://schemas.microsoft.com/office/drawing/2014/main" id="{7C2F341D-A615-4E13-BCC4-A693845063A4}"/>
              </a:ext>
            </a:extLst>
          </p:cNvPr>
          <p:cNvSpPr>
            <a:spLocks xmlns:a="http://schemas.openxmlformats.org/drawingml/2006/main" noGrp="1"/>
          </p:cNvSpPr>
          <p:nvPr/>
        </p:nvSpPr>
        <p:spPr>
          <a:xfrm xmlns:a="http://schemas.openxmlformats.org/drawingml/2006/main">
            <a:off x="5514975" y="3848100"/>
            <a:ext cx="476250" cy="476250"/>
          </a:xfrm>
          <a:prstGeom xmlns:a="http://schemas.openxmlformats.org/drawingml/2006/main" prst="ellipse">
            <a:avLst/>
          </a:prstGeom>
          <a:solidFill xmlns:a="http://schemas.openxmlformats.org/drawingml/2006/main">
            <a:srgbClr val="FFFFFF"/>
          </a:solidFill>
          <a:ln xmlns:a="http://schemas.openxmlformats.org/drawingml/2006/main" w="16193">
            <a:solidFill>
              <a:srgbClr val="388E80"/>
            </a:solidFill>
          </a:ln>
        </p:spPr>
      </p:sp>
      <p:sp>
        <p:nvSpPr>
          <p:cNvPr id="77" name="latent-state-label-231">
            <a:extLst xmlns:a="http://schemas.openxmlformats.org/drawingml/2006/main">
              <a:ext uri="{FF2B5EF4-FFF2-40B4-BE49-F238E27FC236}">
                <a16:creationId xmlns:a16="http://schemas.microsoft.com/office/drawing/2014/main" id="{C26F0637-CF35-42EF-BABC-F963246FEF17}"/>
              </a:ext>
            </a:extLst>
          </p:cNvPr>
          <p:cNvSpPr>
            <a:spLocks xmlns:a="http://schemas.openxmlformats.org/drawingml/2006/main" noGrp="1"/>
          </p:cNvSpPr>
          <p:nvPr/>
        </p:nvSpPr>
        <p:spPr>
          <a:xfrm xmlns:a="http://schemas.openxmlformats.org/drawingml/2006/main">
            <a:off x="5524500" y="3867150"/>
            <a:ext cx="45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a:solidFill>
                  <a:srgbClr val="388E80"/>
                </a:solidFill>
                <a:latin typeface="STIX Two Math"/>
                <a:ea typeface="STIX Two Math"/>
                <a:cs typeface="STIX Two Math"/>
              </a:defRPr>
            </a:pPr>
            <a:r>
              <a:rPr sz="2175" b="0">
                <a:solidFill>
                  <a:srgbClr val="388E80"/>
                </a:solidFill>
                <a:latin typeface="STIX Two Math"/>
                <a:ea typeface="STIX Two Math"/>
                <a:cs typeface="STIX Two Math"/>
              </a:rPr>
              <a:t>z₀</a:t>
            </a:r>
          </a:p>
        </p:txBody>
      </p:sp>
      <p:sp>
        <p:nvSpPr>
          <p:cNvPr id="78" name="latent-state-node-232">
            <a:extLst xmlns:a="http://schemas.openxmlformats.org/drawingml/2006/main">
              <a:ext uri="{FF2B5EF4-FFF2-40B4-BE49-F238E27FC236}">
                <a16:creationId xmlns:a16="http://schemas.microsoft.com/office/drawing/2014/main" id="{687C9E5F-4085-45F8-91F6-59EE761DCD6F}"/>
              </a:ext>
            </a:extLst>
          </p:cNvPr>
          <p:cNvSpPr>
            <a:spLocks xmlns:a="http://schemas.openxmlformats.org/drawingml/2006/main" noGrp="1"/>
          </p:cNvSpPr>
          <p:nvPr/>
        </p:nvSpPr>
        <p:spPr>
          <a:xfrm xmlns:a="http://schemas.openxmlformats.org/drawingml/2006/main">
            <a:off x="6791325" y="3848100"/>
            <a:ext cx="476250" cy="476250"/>
          </a:xfrm>
          <a:prstGeom xmlns:a="http://schemas.openxmlformats.org/drawingml/2006/main" prst="ellipse">
            <a:avLst/>
          </a:prstGeom>
          <a:solidFill xmlns:a="http://schemas.openxmlformats.org/drawingml/2006/main">
            <a:srgbClr val="FFFFFF"/>
          </a:solidFill>
          <a:ln xmlns:a="http://schemas.openxmlformats.org/drawingml/2006/main" w="16193">
            <a:solidFill>
              <a:srgbClr val="388E80"/>
            </a:solidFill>
          </a:ln>
        </p:spPr>
      </p:sp>
      <p:sp>
        <p:nvSpPr>
          <p:cNvPr id="79" name="latent-state-label-233">
            <a:extLst xmlns:a="http://schemas.openxmlformats.org/drawingml/2006/main">
              <a:ext uri="{FF2B5EF4-FFF2-40B4-BE49-F238E27FC236}">
                <a16:creationId xmlns:a16="http://schemas.microsoft.com/office/drawing/2014/main" id="{3592A30C-58DF-4EAA-B2AE-823B8CF962FB}"/>
              </a:ext>
            </a:extLst>
          </p:cNvPr>
          <p:cNvSpPr>
            <a:spLocks xmlns:a="http://schemas.openxmlformats.org/drawingml/2006/main" noGrp="1"/>
          </p:cNvSpPr>
          <p:nvPr/>
        </p:nvSpPr>
        <p:spPr>
          <a:xfrm xmlns:a="http://schemas.openxmlformats.org/drawingml/2006/main">
            <a:off x="6800850" y="3867150"/>
            <a:ext cx="45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a:solidFill>
                  <a:srgbClr val="388E80"/>
                </a:solidFill>
                <a:latin typeface="STIX Two Math"/>
                <a:ea typeface="STIX Two Math"/>
                <a:cs typeface="STIX Two Math"/>
              </a:defRPr>
            </a:pPr>
            <a:r>
              <a:rPr sz="2175" b="0">
                <a:solidFill>
                  <a:srgbClr val="388E80"/>
                </a:solidFill>
                <a:latin typeface="STIX Two Math"/>
                <a:ea typeface="STIX Two Math"/>
                <a:cs typeface="STIX Two Math"/>
              </a:rPr>
              <a:t>zᵢ</a:t>
            </a:r>
          </a:p>
        </p:txBody>
      </p:sp>
      <p:sp>
        <p:nvSpPr>
          <p:cNvPr id="80" name="latent-state-node-234">
            <a:extLst xmlns:a="http://schemas.openxmlformats.org/drawingml/2006/main">
              <a:ext uri="{FF2B5EF4-FFF2-40B4-BE49-F238E27FC236}">
                <a16:creationId xmlns:a16="http://schemas.microsoft.com/office/drawing/2014/main" id="{65354608-9874-465E-A442-A9C845227CEA}"/>
              </a:ext>
            </a:extLst>
          </p:cNvPr>
          <p:cNvSpPr>
            <a:spLocks xmlns:a="http://schemas.openxmlformats.org/drawingml/2006/main" noGrp="1"/>
          </p:cNvSpPr>
          <p:nvPr/>
        </p:nvSpPr>
        <p:spPr>
          <a:xfrm xmlns:a="http://schemas.openxmlformats.org/drawingml/2006/main">
            <a:off x="9639300" y="3848100"/>
            <a:ext cx="476250" cy="476250"/>
          </a:xfrm>
          <a:prstGeom xmlns:a="http://schemas.openxmlformats.org/drawingml/2006/main" prst="ellipse">
            <a:avLst/>
          </a:prstGeom>
          <a:solidFill xmlns:a="http://schemas.openxmlformats.org/drawingml/2006/main">
            <a:srgbClr val="FFFFFF"/>
          </a:solidFill>
          <a:ln xmlns:a="http://schemas.openxmlformats.org/drawingml/2006/main" w="16193">
            <a:solidFill>
              <a:srgbClr val="388E80"/>
            </a:solidFill>
          </a:ln>
        </p:spPr>
      </p:sp>
      <p:sp>
        <p:nvSpPr>
          <p:cNvPr id="81" name="latent-state-label-235">
            <a:extLst xmlns:a="http://schemas.openxmlformats.org/drawingml/2006/main">
              <a:ext uri="{FF2B5EF4-FFF2-40B4-BE49-F238E27FC236}">
                <a16:creationId xmlns:a16="http://schemas.microsoft.com/office/drawing/2014/main" id="{189D39B1-79A2-46CB-849B-ABC924424736}"/>
              </a:ext>
            </a:extLst>
          </p:cNvPr>
          <p:cNvSpPr>
            <a:spLocks xmlns:a="http://schemas.openxmlformats.org/drawingml/2006/main" noGrp="1"/>
          </p:cNvSpPr>
          <p:nvPr/>
        </p:nvSpPr>
        <p:spPr>
          <a:xfrm xmlns:a="http://schemas.openxmlformats.org/drawingml/2006/main">
            <a:off x="9648825" y="3867150"/>
            <a:ext cx="457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75" b="0">
                <a:solidFill>
                  <a:srgbClr val="388E80"/>
                </a:solidFill>
                <a:latin typeface="STIX Two Math"/>
                <a:ea typeface="STIX Two Math"/>
                <a:cs typeface="STIX Two Math"/>
              </a:defRPr>
            </a:pPr>
            <a:r>
              <a:rPr sz="2175" b="0">
                <a:solidFill>
                  <a:srgbClr val="388E80"/>
                </a:solidFill>
                <a:latin typeface="STIX Two Math"/>
                <a:ea typeface="STIX Two Math"/>
                <a:cs typeface="STIX Two Math"/>
              </a:rPr>
              <a:t>zₘ</a:t>
            </a:r>
          </a:p>
        </p:txBody>
      </p:sp>
      <p:sp>
        <p:nvSpPr>
          <p:cNvPr id="82" name="state-integration-1-236">
            <a:extLst xmlns:a="http://schemas.openxmlformats.org/drawingml/2006/main">
              <a:ext uri="{FF2B5EF4-FFF2-40B4-BE49-F238E27FC236}">
                <a16:creationId xmlns:a16="http://schemas.microsoft.com/office/drawing/2014/main" id="{2733F92A-ABB9-4604-AB50-091CFC8F585C}"/>
              </a:ext>
            </a:extLst>
          </p:cNvPr>
          <p:cNvSpPr>
            <a:spLocks xmlns:a="http://schemas.openxmlformats.org/drawingml/2006/main" noGrp="1"/>
          </p:cNvSpPr>
          <p:nvPr/>
        </p:nvSpPr>
        <p:spPr>
          <a:xfrm xmlns:a="http://schemas.openxmlformats.org/drawingml/2006/main">
            <a:off x="5991225" y="4086225"/>
            <a:ext cx="800100" cy="953"/>
          </a:xfrm>
          <a:custGeom xmlns:a="http://schemas.openxmlformats.org/drawingml/2006/main">
            <a:pathLst>
              <a:path w="800100" h="953">
                <a:moveTo>
                  <a:pt x="0" y="0"/>
                </a:moveTo>
                <a:lnTo>
                  <a:pt x="800100" y="0"/>
                </a:lnTo>
              </a:path>
            </a:pathLst>
          </a:custGeom>
          <a:noFill xmlns:a="http://schemas.openxmlformats.org/drawingml/2006/main"/>
          <a:ln xmlns:a="http://schemas.openxmlformats.org/drawingml/2006/main" w="20955">
            <a:solidFill>
              <a:srgbClr val="388E80"/>
            </a:solidFill>
            <a:prstDash val="solid"/>
          </a:ln>
        </p:spPr>
      </p:sp>
      <p:sp>
        <p:nvSpPr>
          <p:cNvPr id="83" name="state-integration-1-arrowhead-237">
            <a:extLst xmlns:a="http://schemas.openxmlformats.org/drawingml/2006/main">
              <a:ext uri="{FF2B5EF4-FFF2-40B4-BE49-F238E27FC236}">
                <a16:creationId xmlns:a16="http://schemas.microsoft.com/office/drawing/2014/main" id="{BD26F7F1-3C37-4BAE-8FAC-757C3B2FC6D8}"/>
              </a:ext>
            </a:extLst>
          </p:cNvPr>
          <p:cNvSpPr>
            <a:spLocks xmlns:a="http://schemas.openxmlformats.org/drawingml/2006/main" noGrp="1"/>
          </p:cNvSpPr>
          <p:nvPr/>
        </p:nvSpPr>
        <p:spPr>
          <a:xfrm xmlns:a="http://schemas.openxmlformats.org/drawingml/2006/main">
            <a:off x="6705600" y="4045077"/>
            <a:ext cx="85725" cy="82296"/>
          </a:xfrm>
          <a:custGeom xmlns:a="http://schemas.openxmlformats.org/drawingml/2006/main">
            <a:pathLst>
              <a:path w="85725" h="82296">
                <a:moveTo>
                  <a:pt x="85725" y="41148"/>
                </a:moveTo>
                <a:lnTo>
                  <a:pt x="0" y="82296"/>
                </a:lnTo>
                <a:lnTo>
                  <a:pt x="0" y="0"/>
                </a:lnTo>
                <a:close/>
              </a:path>
            </a:pathLst>
          </a:custGeom>
          <a:solidFill xmlns:a="http://schemas.openxmlformats.org/drawingml/2006/main">
            <a:srgbClr val="388E80"/>
          </a:solidFill>
          <a:ln xmlns:a="http://schemas.openxmlformats.org/drawingml/2006/main" w="0">
            <a:solidFill>
              <a:srgbClr val="388E80"/>
            </a:solidFill>
            <a:prstDash val="solid"/>
          </a:ln>
        </p:spPr>
      </p:sp>
      <p:sp>
        <p:nvSpPr>
          <p:cNvPr id="84" name="state-integration-2-238">
            <a:extLst xmlns:a="http://schemas.openxmlformats.org/drawingml/2006/main">
              <a:ext uri="{FF2B5EF4-FFF2-40B4-BE49-F238E27FC236}">
                <a16:creationId xmlns:a16="http://schemas.microsoft.com/office/drawing/2014/main" id="{8DE3396C-8842-48A3-8F83-62622EB829FD}"/>
              </a:ext>
            </a:extLst>
          </p:cNvPr>
          <p:cNvSpPr>
            <a:spLocks xmlns:a="http://schemas.openxmlformats.org/drawingml/2006/main" noGrp="1"/>
          </p:cNvSpPr>
          <p:nvPr/>
        </p:nvSpPr>
        <p:spPr>
          <a:xfrm xmlns:a="http://schemas.openxmlformats.org/drawingml/2006/main">
            <a:off x="7267575" y="4086225"/>
            <a:ext cx="962025" cy="953"/>
          </a:xfrm>
          <a:custGeom xmlns:a="http://schemas.openxmlformats.org/drawingml/2006/main">
            <a:pathLst>
              <a:path w="962025" h="953">
                <a:moveTo>
                  <a:pt x="0" y="0"/>
                </a:moveTo>
                <a:lnTo>
                  <a:pt x="962025" y="0"/>
                </a:lnTo>
              </a:path>
            </a:pathLst>
          </a:custGeom>
          <a:noFill xmlns:a="http://schemas.openxmlformats.org/drawingml/2006/main"/>
          <a:ln xmlns:a="http://schemas.openxmlformats.org/drawingml/2006/main" w="20955">
            <a:solidFill>
              <a:srgbClr val="388E80"/>
            </a:solidFill>
            <a:prstDash val="solid"/>
          </a:ln>
        </p:spPr>
      </p:sp>
      <p:sp>
        <p:nvSpPr>
          <p:cNvPr id="85" name="state-integration-2-arrowhead-239">
            <a:extLst xmlns:a="http://schemas.openxmlformats.org/drawingml/2006/main">
              <a:ext uri="{FF2B5EF4-FFF2-40B4-BE49-F238E27FC236}">
                <a16:creationId xmlns:a16="http://schemas.microsoft.com/office/drawing/2014/main" id="{E313038D-2124-4291-9E23-53ABC07587DA}"/>
              </a:ext>
            </a:extLst>
          </p:cNvPr>
          <p:cNvSpPr>
            <a:spLocks xmlns:a="http://schemas.openxmlformats.org/drawingml/2006/main" noGrp="1"/>
          </p:cNvSpPr>
          <p:nvPr/>
        </p:nvSpPr>
        <p:spPr>
          <a:xfrm xmlns:a="http://schemas.openxmlformats.org/drawingml/2006/main">
            <a:off x="8143875" y="4045077"/>
            <a:ext cx="85725" cy="82296"/>
          </a:xfrm>
          <a:custGeom xmlns:a="http://schemas.openxmlformats.org/drawingml/2006/main">
            <a:pathLst>
              <a:path w="85725" h="82296">
                <a:moveTo>
                  <a:pt x="85725" y="41148"/>
                </a:moveTo>
                <a:lnTo>
                  <a:pt x="0" y="82296"/>
                </a:lnTo>
                <a:lnTo>
                  <a:pt x="0" y="0"/>
                </a:lnTo>
                <a:close/>
              </a:path>
            </a:pathLst>
          </a:custGeom>
          <a:solidFill xmlns:a="http://schemas.openxmlformats.org/drawingml/2006/main">
            <a:srgbClr val="388E80"/>
          </a:solidFill>
          <a:ln xmlns:a="http://schemas.openxmlformats.org/drawingml/2006/main" w="0">
            <a:solidFill>
              <a:srgbClr val="388E80"/>
            </a:solidFill>
            <a:prstDash val="solid"/>
          </a:ln>
        </p:spPr>
      </p:sp>
      <p:sp>
        <p:nvSpPr>
          <p:cNvPr id="86" name="trajectory-ellipsis-240">
            <a:extLst xmlns:a="http://schemas.openxmlformats.org/drawingml/2006/main">
              <a:ext uri="{FF2B5EF4-FFF2-40B4-BE49-F238E27FC236}">
                <a16:creationId xmlns:a16="http://schemas.microsoft.com/office/drawing/2014/main" id="{B64DBD79-0560-4AFC-8EA0-08D66E1A8293}"/>
              </a:ext>
            </a:extLst>
          </p:cNvPr>
          <p:cNvSpPr>
            <a:spLocks xmlns:a="http://schemas.openxmlformats.org/drawingml/2006/main" noGrp="1"/>
          </p:cNvSpPr>
          <p:nvPr/>
        </p:nvSpPr>
        <p:spPr>
          <a:xfrm xmlns:a="http://schemas.openxmlformats.org/drawingml/2006/main">
            <a:off x="8343900" y="3819525"/>
            <a:ext cx="5334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850" b="0">
                <a:solidFill>
                  <a:srgbClr val="388E80"/>
                </a:solidFill>
                <a:latin typeface="STIX Two Math"/>
                <a:ea typeface="STIX Two Math"/>
                <a:cs typeface="STIX Two Math"/>
              </a:defRPr>
            </a:pPr>
            <a:r>
              <a:rPr sz="2850" b="0">
                <a:solidFill>
                  <a:srgbClr val="388E80"/>
                </a:solidFill>
                <a:latin typeface="STIX Two Math"/>
                <a:ea typeface="STIX Two Math"/>
                <a:cs typeface="STIX Two Math"/>
              </a:rPr>
              <a:t>⋯</a:t>
            </a:r>
          </a:p>
        </p:txBody>
      </p:sp>
      <p:sp>
        <p:nvSpPr>
          <p:cNvPr id="87" name="state-integration-3-241">
            <a:extLst xmlns:a="http://schemas.openxmlformats.org/drawingml/2006/main">
              <a:ext uri="{FF2B5EF4-FFF2-40B4-BE49-F238E27FC236}">
                <a16:creationId xmlns:a16="http://schemas.microsoft.com/office/drawing/2014/main" id="{4C62DC27-185E-4196-AC5D-F668D4FE8BDD}"/>
              </a:ext>
            </a:extLst>
          </p:cNvPr>
          <p:cNvSpPr>
            <a:spLocks xmlns:a="http://schemas.openxmlformats.org/drawingml/2006/main" noGrp="1"/>
          </p:cNvSpPr>
          <p:nvPr/>
        </p:nvSpPr>
        <p:spPr>
          <a:xfrm xmlns:a="http://schemas.openxmlformats.org/drawingml/2006/main">
            <a:off x="8924925" y="4086225"/>
            <a:ext cx="714375" cy="953"/>
          </a:xfrm>
          <a:custGeom xmlns:a="http://schemas.openxmlformats.org/drawingml/2006/main">
            <a:pathLst>
              <a:path w="714375" h="953">
                <a:moveTo>
                  <a:pt x="0" y="0"/>
                </a:moveTo>
                <a:lnTo>
                  <a:pt x="714375" y="0"/>
                </a:lnTo>
              </a:path>
            </a:pathLst>
          </a:custGeom>
          <a:noFill xmlns:a="http://schemas.openxmlformats.org/drawingml/2006/main"/>
          <a:ln xmlns:a="http://schemas.openxmlformats.org/drawingml/2006/main" w="20955">
            <a:solidFill>
              <a:srgbClr val="388E80"/>
            </a:solidFill>
            <a:prstDash val="solid"/>
          </a:ln>
        </p:spPr>
      </p:sp>
      <p:sp>
        <p:nvSpPr>
          <p:cNvPr id="88" name="state-integration-3-arrowhead-242">
            <a:extLst xmlns:a="http://schemas.openxmlformats.org/drawingml/2006/main">
              <a:ext uri="{FF2B5EF4-FFF2-40B4-BE49-F238E27FC236}">
                <a16:creationId xmlns:a16="http://schemas.microsoft.com/office/drawing/2014/main" id="{8B3E1564-BB09-4E35-AFF1-470EA0881680}"/>
              </a:ext>
            </a:extLst>
          </p:cNvPr>
          <p:cNvSpPr>
            <a:spLocks xmlns:a="http://schemas.openxmlformats.org/drawingml/2006/main" noGrp="1"/>
          </p:cNvSpPr>
          <p:nvPr/>
        </p:nvSpPr>
        <p:spPr>
          <a:xfrm xmlns:a="http://schemas.openxmlformats.org/drawingml/2006/main">
            <a:off x="9553575" y="4045077"/>
            <a:ext cx="85725" cy="82296"/>
          </a:xfrm>
          <a:custGeom xmlns:a="http://schemas.openxmlformats.org/drawingml/2006/main">
            <a:pathLst>
              <a:path w="85725" h="82296">
                <a:moveTo>
                  <a:pt x="85725" y="41148"/>
                </a:moveTo>
                <a:lnTo>
                  <a:pt x="0" y="82296"/>
                </a:lnTo>
                <a:lnTo>
                  <a:pt x="0" y="0"/>
                </a:lnTo>
                <a:close/>
              </a:path>
            </a:pathLst>
          </a:custGeom>
          <a:solidFill xmlns:a="http://schemas.openxmlformats.org/drawingml/2006/main">
            <a:srgbClr val="388E80"/>
          </a:solidFill>
          <a:ln xmlns:a="http://schemas.openxmlformats.org/drawingml/2006/main" w="0">
            <a:solidFill>
              <a:srgbClr val="388E80"/>
            </a:solidFill>
            <a:prstDash val="solid"/>
          </a:ln>
        </p:spPr>
      </p:sp>
      <p:sp>
        <p:nvSpPr>
          <p:cNvPr id="89" name="initializer-to-integration-243">
            <a:extLst xmlns:a="http://schemas.openxmlformats.org/drawingml/2006/main">
              <a:ext uri="{FF2B5EF4-FFF2-40B4-BE49-F238E27FC236}">
                <a16:creationId xmlns:a16="http://schemas.microsoft.com/office/drawing/2014/main" id="{4C9FD258-C1DF-4D18-A689-25CB8581ABEC}"/>
              </a:ext>
            </a:extLst>
          </p:cNvPr>
          <p:cNvSpPr>
            <a:spLocks xmlns:a="http://schemas.openxmlformats.org/drawingml/2006/main" noGrp="1"/>
          </p:cNvSpPr>
          <p:nvPr/>
        </p:nvSpPr>
        <p:spPr>
          <a:xfrm xmlns:a="http://schemas.openxmlformats.org/drawingml/2006/main">
            <a:off x="4543425" y="4086225"/>
            <a:ext cx="971550" cy="47625"/>
          </a:xfrm>
          <a:custGeom xmlns:a="http://schemas.openxmlformats.org/drawingml/2006/main">
            <a:pathLst>
              <a:path w="971550" h="47625">
                <a:moveTo>
                  <a:pt x="0" y="47625"/>
                </a:moveTo>
                <a:lnTo>
                  <a:pt x="381000" y="47625"/>
                </a:lnTo>
                <a:lnTo>
                  <a:pt x="381000" y="0"/>
                </a:lnTo>
                <a:lnTo>
                  <a:pt x="971550" y="0"/>
                </a:lnTo>
              </a:path>
            </a:pathLst>
          </a:custGeom>
          <a:noFill xmlns:a="http://schemas.openxmlformats.org/drawingml/2006/main"/>
          <a:ln xmlns:a="http://schemas.openxmlformats.org/drawingml/2006/main" w="20955">
            <a:solidFill>
              <a:srgbClr val="8B9CA6"/>
            </a:solidFill>
            <a:prstDash val="solid"/>
          </a:ln>
        </p:spPr>
      </p:sp>
      <p:sp>
        <p:nvSpPr>
          <p:cNvPr id="90" name="initializer-to-integration-arrowhead-244">
            <a:extLst xmlns:a="http://schemas.openxmlformats.org/drawingml/2006/main">
              <a:ext uri="{FF2B5EF4-FFF2-40B4-BE49-F238E27FC236}">
                <a16:creationId xmlns:a16="http://schemas.microsoft.com/office/drawing/2014/main" id="{D901F0BE-DDBC-4B3A-9BF5-6424FAC482B1}"/>
              </a:ext>
            </a:extLst>
          </p:cNvPr>
          <p:cNvSpPr>
            <a:spLocks xmlns:a="http://schemas.openxmlformats.org/drawingml/2006/main" noGrp="1"/>
          </p:cNvSpPr>
          <p:nvPr/>
        </p:nvSpPr>
        <p:spPr>
          <a:xfrm xmlns:a="http://schemas.openxmlformats.org/drawingml/2006/main">
            <a:off x="5429250" y="4045077"/>
            <a:ext cx="85725" cy="82296"/>
          </a:xfrm>
          <a:custGeom xmlns:a="http://schemas.openxmlformats.org/drawingml/2006/main">
            <a:pathLst>
              <a:path w="85725" h="82296">
                <a:moveTo>
                  <a:pt x="85725" y="41148"/>
                </a:moveTo>
                <a:lnTo>
                  <a:pt x="0" y="82296"/>
                </a:lnTo>
                <a:lnTo>
                  <a:pt x="0" y="0"/>
                </a:lnTo>
                <a:close/>
              </a:path>
            </a:pathLst>
          </a:custGeom>
          <a:solidFill xmlns:a="http://schemas.openxmlformats.org/drawingml/2006/main">
            <a:srgbClr val="8B9CA6"/>
          </a:solidFill>
          <a:ln xmlns:a="http://schemas.openxmlformats.org/drawingml/2006/main" w="0">
            <a:solidFill>
              <a:srgbClr val="8B9CA6"/>
            </a:solidFill>
            <a:prstDash val="solid"/>
          </a:ln>
        </p:spPr>
      </p:sp>
      <p:sp>
        <p:nvSpPr>
          <p:cNvPr id="91" name="kinematic-equation-245">
            <a:extLst xmlns:a="http://schemas.openxmlformats.org/drawingml/2006/main">
              <a:ext uri="{FF2B5EF4-FFF2-40B4-BE49-F238E27FC236}">
                <a16:creationId xmlns:a16="http://schemas.microsoft.com/office/drawing/2014/main" id="{B11CBE88-2620-4270-B165-F828CB4A07F5}"/>
              </a:ext>
            </a:extLst>
          </p:cNvPr>
          <p:cNvSpPr>
            <a:spLocks xmlns:a="http://schemas.openxmlformats.org/drawingml/2006/main" noGrp="1"/>
          </p:cNvSpPr>
          <p:nvPr/>
        </p:nvSpPr>
        <p:spPr>
          <a:xfrm xmlns:a="http://schemas.openxmlformats.org/drawingml/2006/main">
            <a:off x="5467350" y="4562475"/>
            <a:ext cx="14668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25333D"/>
                </a:solidFill>
                <a:latin typeface="STIX Two Math"/>
                <a:ea typeface="STIX Two Math"/>
                <a:cs typeface="STIX Two Math"/>
              </a:defRPr>
            </a:pPr>
            <a:r>
              <a:rPr sz="2400" b="0">
                <a:solidFill>
                  <a:srgbClr val="25333D"/>
                </a:solidFill>
                <a:latin typeface="STIX Two Math"/>
                <a:ea typeface="STIX Two Math"/>
                <a:cs typeface="STIX Two Math"/>
              </a:rPr>
              <a:t>q′ = v</a:t>
            </a:r>
          </a:p>
        </p:txBody>
      </p:sp>
      <p:sp>
        <p:nvSpPr>
          <p:cNvPr id="92" name="acceleration-equation-left-246">
            <a:extLst xmlns:a="http://schemas.openxmlformats.org/drawingml/2006/main">
              <a:ext uri="{FF2B5EF4-FFF2-40B4-BE49-F238E27FC236}">
                <a16:creationId xmlns:a16="http://schemas.microsoft.com/office/drawing/2014/main" id="{4FF2CD70-685A-47E4-A29A-3F94D75B14F8}"/>
              </a:ext>
            </a:extLst>
          </p:cNvPr>
          <p:cNvSpPr>
            <a:spLocks xmlns:a="http://schemas.openxmlformats.org/drawingml/2006/main" noGrp="1"/>
          </p:cNvSpPr>
          <p:nvPr/>
        </p:nvSpPr>
        <p:spPr>
          <a:xfrm xmlns:a="http://schemas.openxmlformats.org/drawingml/2006/main">
            <a:off x="5467350" y="4972050"/>
            <a:ext cx="72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00" b="0">
                <a:solidFill>
                  <a:srgbClr val="25333D"/>
                </a:solidFill>
                <a:latin typeface="STIX Two Math"/>
                <a:ea typeface="STIX Two Math"/>
                <a:cs typeface="STIX Two Math"/>
              </a:defRPr>
            </a:pPr>
            <a:r>
              <a:rPr sz="2400" b="0">
                <a:solidFill>
                  <a:srgbClr val="25333D"/>
                </a:solidFill>
                <a:latin typeface="STIX Two Math"/>
                <a:ea typeface="STIX Two Math"/>
                <a:cs typeface="STIX Two Math"/>
              </a:rPr>
              <a:t>v′ =</a:t>
            </a:r>
          </a:p>
        </p:txBody>
      </p:sp>
      <p:sp>
        <p:nvSpPr>
          <p:cNvPr id="93" name="damping-term-247">
            <a:extLst xmlns:a="http://schemas.openxmlformats.org/drawingml/2006/main">
              <a:ext uri="{FF2B5EF4-FFF2-40B4-BE49-F238E27FC236}">
                <a16:creationId xmlns:a16="http://schemas.microsoft.com/office/drawing/2014/main" id="{113570A4-F6CA-4D07-8591-593652854F6A}"/>
              </a:ext>
            </a:extLst>
          </p:cNvPr>
          <p:cNvSpPr>
            <a:spLocks xmlns:a="http://schemas.openxmlformats.org/drawingml/2006/main" noGrp="1"/>
          </p:cNvSpPr>
          <p:nvPr/>
        </p:nvSpPr>
        <p:spPr>
          <a:xfrm xmlns:a="http://schemas.openxmlformats.org/drawingml/2006/main">
            <a:off x="6200775" y="4972050"/>
            <a:ext cx="7524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61737E"/>
                </a:solidFill>
                <a:latin typeface="STIX Two Math"/>
                <a:ea typeface="STIX Two Math"/>
                <a:cs typeface="STIX Two Math"/>
              </a:defRPr>
            </a:pPr>
            <a:r>
              <a:rPr sz="2400" b="0">
                <a:solidFill>
                  <a:srgbClr val="61737E"/>
                </a:solidFill>
                <a:latin typeface="STIX Two Math"/>
                <a:ea typeface="STIX Two Math"/>
                <a:cs typeface="STIX Two Math"/>
              </a:rPr>
              <a:t>−Dv</a:t>
            </a:r>
          </a:p>
        </p:txBody>
      </p:sp>
      <p:sp>
        <p:nvSpPr>
          <p:cNvPr id="94" name="restoring-term-248">
            <a:extLst xmlns:a="http://schemas.openxmlformats.org/drawingml/2006/main">
              <a:ext uri="{FF2B5EF4-FFF2-40B4-BE49-F238E27FC236}">
                <a16:creationId xmlns:a16="http://schemas.microsoft.com/office/drawing/2014/main" id="{57D9E20B-85B9-47A9-9958-CFD064AF0BD4}"/>
              </a:ext>
            </a:extLst>
          </p:cNvPr>
          <p:cNvSpPr>
            <a:spLocks xmlns:a="http://schemas.openxmlformats.org/drawingml/2006/main" noGrp="1"/>
          </p:cNvSpPr>
          <p:nvPr/>
        </p:nvSpPr>
        <p:spPr>
          <a:xfrm xmlns:a="http://schemas.openxmlformats.org/drawingml/2006/main">
            <a:off x="7115175" y="4972050"/>
            <a:ext cx="7524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388E80"/>
                </a:solidFill>
                <a:latin typeface="STIX Two Math"/>
                <a:ea typeface="STIX Two Math"/>
                <a:cs typeface="STIX Two Math"/>
              </a:defRPr>
            </a:pPr>
            <a:r>
              <a:rPr sz="2400" b="0">
                <a:solidFill>
                  <a:srgbClr val="388E80"/>
                </a:solidFill>
                <a:latin typeface="STIX Two Math"/>
                <a:ea typeface="STIX Two Math"/>
                <a:cs typeface="STIX Two Math"/>
              </a:rPr>
              <a:t>−Kq</a:t>
            </a:r>
          </a:p>
        </p:txBody>
      </p:sp>
      <p:sp>
        <p:nvSpPr>
          <p:cNvPr id="95" name="observation-driving-term-249">
            <a:extLst xmlns:a="http://schemas.openxmlformats.org/drawingml/2006/main">
              <a:ext uri="{FF2B5EF4-FFF2-40B4-BE49-F238E27FC236}">
                <a16:creationId xmlns:a16="http://schemas.microsoft.com/office/drawing/2014/main" id="{7F478FBF-81B6-4E06-A96D-C47C8F658B1E}"/>
              </a:ext>
            </a:extLst>
          </p:cNvPr>
          <p:cNvSpPr>
            <a:spLocks xmlns:a="http://schemas.openxmlformats.org/drawingml/2006/main" noGrp="1"/>
          </p:cNvSpPr>
          <p:nvPr/>
        </p:nvSpPr>
        <p:spPr>
          <a:xfrm xmlns:a="http://schemas.openxmlformats.org/drawingml/2006/main">
            <a:off x="8020050" y="4972050"/>
            <a:ext cx="12096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347DA9"/>
                </a:solidFill>
                <a:latin typeface="STIX Two Math"/>
                <a:ea typeface="STIX Two Math"/>
                <a:cs typeface="STIX Two Math"/>
              </a:defRPr>
            </a:pPr>
            <a:r>
              <a:rPr sz="2400" b="0">
                <a:solidFill>
                  <a:srgbClr val="347DA9"/>
                </a:solidFill>
                <a:latin typeface="STIX Two Math"/>
                <a:ea typeface="STIX Two Math"/>
                <a:cs typeface="STIX Two Math"/>
              </a:rPr>
              <a:t>+Bh(τ)</a:t>
            </a:r>
          </a:p>
        </p:txBody>
      </p:sp>
      <p:sp>
        <p:nvSpPr>
          <p:cNvPr id="96" name="neural-residual-term-250">
            <a:extLst xmlns:a="http://schemas.openxmlformats.org/drawingml/2006/main">
              <a:ext uri="{FF2B5EF4-FFF2-40B4-BE49-F238E27FC236}">
                <a16:creationId xmlns:a16="http://schemas.microsoft.com/office/drawing/2014/main" id="{BD475020-B519-4B11-99CC-3EC391462065}"/>
              </a:ext>
            </a:extLst>
          </p:cNvPr>
          <p:cNvSpPr>
            <a:spLocks xmlns:a="http://schemas.openxmlformats.org/drawingml/2006/main" noGrp="1"/>
          </p:cNvSpPr>
          <p:nvPr/>
        </p:nvSpPr>
        <p:spPr>
          <a:xfrm xmlns:a="http://schemas.openxmlformats.org/drawingml/2006/main">
            <a:off x="9467850" y="4972050"/>
            <a:ext cx="7239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CD725D"/>
                </a:solidFill>
                <a:latin typeface="STIX Two Math"/>
                <a:ea typeface="STIX Two Math"/>
                <a:cs typeface="STIX Two Math"/>
              </a:defRPr>
            </a:pPr>
            <a:r>
              <a:rPr sz="2400" b="0">
                <a:solidFill>
                  <a:srgbClr val="CD725D"/>
                </a:solidFill>
                <a:latin typeface="STIX Two Math"/>
                <a:ea typeface="STIX Two Math"/>
                <a:cs typeface="STIX Two Math"/>
              </a:rPr>
              <a:t>+r</a:t>
            </a:r>
          </a:p>
        </p:txBody>
      </p:sp>
      <p:sp>
        <p:nvSpPr>
          <p:cNvPr id="97" name="damping-caption-251">
            <a:extLst xmlns:a="http://schemas.openxmlformats.org/drawingml/2006/main">
              <a:ext uri="{FF2B5EF4-FFF2-40B4-BE49-F238E27FC236}">
                <a16:creationId xmlns:a16="http://schemas.microsoft.com/office/drawing/2014/main" id="{479431AC-821D-41BB-B8FE-C839AFBE6BBD}"/>
              </a:ext>
            </a:extLst>
          </p:cNvPr>
          <p:cNvSpPr>
            <a:spLocks xmlns:a="http://schemas.openxmlformats.org/drawingml/2006/main" noGrp="1"/>
          </p:cNvSpPr>
          <p:nvPr/>
        </p:nvSpPr>
        <p:spPr>
          <a:xfrm xmlns:a="http://schemas.openxmlformats.org/drawingml/2006/main">
            <a:off x="6172200" y="5372100"/>
            <a:ext cx="8191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0">
                <a:solidFill>
                  <a:srgbClr val="61737E"/>
                </a:solidFill>
                <a:latin typeface="Arial"/>
                <a:ea typeface="Arial"/>
                <a:cs typeface="Arial"/>
              </a:defRPr>
            </a:pPr>
            <a:r>
              <a:rPr sz="1350" b="0">
                <a:solidFill>
                  <a:srgbClr val="61737E"/>
                </a:solidFill>
                <a:latin typeface="Arial"/>
                <a:ea typeface="Arial"/>
                <a:cs typeface="Arial"/>
              </a:rPr>
              <a:t>Damping</a:t>
            </a:r>
          </a:p>
        </p:txBody>
      </p:sp>
      <p:sp>
        <p:nvSpPr>
          <p:cNvPr id="98" name="restoring-caption-252">
            <a:extLst xmlns:a="http://schemas.openxmlformats.org/drawingml/2006/main">
              <a:ext uri="{FF2B5EF4-FFF2-40B4-BE49-F238E27FC236}">
                <a16:creationId xmlns:a16="http://schemas.microsoft.com/office/drawing/2014/main" id="{DD5F69BD-6315-4177-8040-85340914F713}"/>
              </a:ext>
            </a:extLst>
          </p:cNvPr>
          <p:cNvSpPr>
            <a:spLocks xmlns:a="http://schemas.openxmlformats.org/drawingml/2006/main" noGrp="1"/>
          </p:cNvSpPr>
          <p:nvPr/>
        </p:nvSpPr>
        <p:spPr>
          <a:xfrm xmlns:a="http://schemas.openxmlformats.org/drawingml/2006/main">
            <a:off x="7067550" y="5372100"/>
            <a:ext cx="8477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0">
                <a:solidFill>
                  <a:srgbClr val="388E80"/>
                </a:solidFill>
                <a:latin typeface="Arial"/>
                <a:ea typeface="Arial"/>
                <a:cs typeface="Arial"/>
              </a:defRPr>
            </a:pPr>
            <a:r>
              <a:rPr sz="1350" b="0">
                <a:solidFill>
                  <a:srgbClr val="388E80"/>
                </a:solidFill>
                <a:latin typeface="Arial"/>
                <a:ea typeface="Arial"/>
                <a:cs typeface="Arial"/>
              </a:rPr>
              <a:t>Restoring</a:t>
            </a:r>
          </a:p>
        </p:txBody>
      </p:sp>
      <p:sp>
        <p:nvSpPr>
          <p:cNvPr id="99" name="driving-caption-253">
            <a:extLst xmlns:a="http://schemas.openxmlformats.org/drawingml/2006/main">
              <a:ext uri="{FF2B5EF4-FFF2-40B4-BE49-F238E27FC236}">
                <a16:creationId xmlns:a16="http://schemas.microsoft.com/office/drawing/2014/main" id="{03F5C750-8E42-40D4-82A5-887EC220C735}"/>
              </a:ext>
            </a:extLst>
          </p:cNvPr>
          <p:cNvSpPr>
            <a:spLocks xmlns:a="http://schemas.openxmlformats.org/drawingml/2006/main" noGrp="1"/>
          </p:cNvSpPr>
          <p:nvPr/>
        </p:nvSpPr>
        <p:spPr>
          <a:xfrm xmlns:a="http://schemas.openxmlformats.org/drawingml/2006/main">
            <a:off x="8058150" y="5372100"/>
            <a:ext cx="11334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0">
                <a:solidFill>
                  <a:srgbClr val="347DA9"/>
                </a:solidFill>
                <a:latin typeface="Arial"/>
                <a:ea typeface="Arial"/>
                <a:cs typeface="Arial"/>
              </a:defRPr>
            </a:pPr>
            <a:r>
              <a:rPr sz="1350" b="0">
                <a:solidFill>
                  <a:srgbClr val="347DA9"/>
                </a:solidFill>
                <a:latin typeface="Arial"/>
                <a:ea typeface="Arial"/>
                <a:cs typeface="Arial"/>
              </a:rPr>
              <a:t>Driving</a:t>
            </a:r>
          </a:p>
        </p:txBody>
      </p:sp>
      <p:sp>
        <p:nvSpPr>
          <p:cNvPr id="100" name="residual-caption-254">
            <a:extLst xmlns:a="http://schemas.openxmlformats.org/drawingml/2006/main">
              <a:ext uri="{FF2B5EF4-FFF2-40B4-BE49-F238E27FC236}">
                <a16:creationId xmlns:a16="http://schemas.microsoft.com/office/drawing/2014/main" id="{EA16D0B9-B379-44A8-A884-706522E9ECB2}"/>
              </a:ext>
            </a:extLst>
          </p:cNvPr>
          <p:cNvSpPr>
            <a:spLocks xmlns:a="http://schemas.openxmlformats.org/drawingml/2006/main" noGrp="1"/>
          </p:cNvSpPr>
          <p:nvPr/>
        </p:nvSpPr>
        <p:spPr>
          <a:xfrm xmlns:a="http://schemas.openxmlformats.org/drawingml/2006/main">
            <a:off x="9439275" y="5372100"/>
            <a:ext cx="7810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350" b="0">
                <a:solidFill>
                  <a:srgbClr val="CD725D"/>
                </a:solidFill>
                <a:latin typeface="Arial"/>
                <a:ea typeface="Arial"/>
                <a:cs typeface="Arial"/>
              </a:defRPr>
            </a:pPr>
            <a:r>
              <a:rPr sz="1350" b="0">
                <a:solidFill>
                  <a:srgbClr val="CD725D"/>
                </a:solidFill>
                <a:latin typeface="Arial"/>
                <a:ea typeface="Arial"/>
                <a:cs typeface="Arial"/>
              </a:rPr>
              <a:t>Residual</a:t>
            </a:r>
          </a:p>
        </p:txBody>
      </p:sp>
      <p:sp>
        <p:nvSpPr>
          <p:cNvPr id="101" name="mechanical-constraints-255">
            <a:extLst xmlns:a="http://schemas.openxmlformats.org/drawingml/2006/main">
              <a:ext uri="{FF2B5EF4-FFF2-40B4-BE49-F238E27FC236}">
                <a16:creationId xmlns:a16="http://schemas.microsoft.com/office/drawing/2014/main" id="{99D90211-B545-4E64-AD9C-57D088092AC9}"/>
              </a:ext>
            </a:extLst>
          </p:cNvPr>
          <p:cNvSpPr>
            <a:spLocks xmlns:a="http://schemas.openxmlformats.org/drawingml/2006/main" noGrp="1"/>
          </p:cNvSpPr>
          <p:nvPr/>
        </p:nvSpPr>
        <p:spPr>
          <a:xfrm xmlns:a="http://schemas.openxmlformats.org/drawingml/2006/main">
            <a:off x="5457825" y="56769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25333D"/>
                </a:solidFill>
                <a:latin typeface="STIX Two Math"/>
                <a:ea typeface="STIX Two Math"/>
                <a:cs typeface="STIX Two Math"/>
              </a:defRPr>
            </a:pPr>
            <a:r>
              <a:rPr sz="1800" b="0">
                <a:solidFill>
                  <a:srgbClr val="25333D"/>
                </a:solidFill>
                <a:latin typeface="STIX Two Math"/>
                <a:ea typeface="STIX Two Math"/>
                <a:cs typeface="STIX Two Math"/>
              </a:rPr>
              <a:t>D ⪰ 0    K ⪰ 0    V(q) = ½ qᵀKq</a:t>
            </a:r>
          </a:p>
        </p:txBody>
      </p:sp>
      <p:sp>
        <p:nvSpPr>
          <p:cNvPr id="102" name="direct-readout-256">
            <a:extLst xmlns:a="http://schemas.openxmlformats.org/drawingml/2006/main">
              <a:ext uri="{FF2B5EF4-FFF2-40B4-BE49-F238E27FC236}">
                <a16:creationId xmlns:a16="http://schemas.microsoft.com/office/drawing/2014/main" id="{99A4C95E-1635-428E-B9C0-01FBF8D6BE61}"/>
              </a:ext>
            </a:extLst>
          </p:cNvPr>
          <p:cNvSpPr>
            <a:spLocks xmlns:a="http://schemas.openxmlformats.org/drawingml/2006/main" noGrp="1"/>
          </p:cNvSpPr>
          <p:nvPr/>
        </p:nvSpPr>
        <p:spPr>
          <a:xfrm xmlns:a="http://schemas.openxmlformats.org/drawingml/2006/main">
            <a:off x="11449050" y="1638300"/>
            <a:ext cx="2324100" cy="990600"/>
          </a:xfrm>
          <a:prstGeom xmlns:a="http://schemas.openxmlformats.org/drawingml/2006/main" prst="rect">
            <a:avLst/>
          </a:prstGeom>
          <a:solidFill xmlns:a="http://schemas.openxmlformats.org/drawingml/2006/main">
            <a:srgbClr val="E9F2F8"/>
          </a:solidFill>
          <a:ln xmlns:a="http://schemas.openxmlformats.org/drawingml/2006/main" w="14288">
            <a:solidFill>
              <a:srgbClr val="347DA9"/>
            </a:solidFill>
            <a:prstDash val="solid"/>
          </a:ln>
        </p:spPr>
      </p:sp>
      <p:sp>
        <p:nvSpPr>
          <p:cNvPr id="103" name="direct-readout-label-257">
            <a:extLst xmlns:a="http://schemas.openxmlformats.org/drawingml/2006/main">
              <a:ext uri="{FF2B5EF4-FFF2-40B4-BE49-F238E27FC236}">
                <a16:creationId xmlns:a16="http://schemas.microsoft.com/office/drawing/2014/main" id="{CD4AB45C-DB83-4ABA-A070-548765CBFC8C}"/>
              </a:ext>
            </a:extLst>
          </p:cNvPr>
          <p:cNvSpPr>
            <a:spLocks xmlns:a="http://schemas.openxmlformats.org/drawingml/2006/main" noGrp="1"/>
          </p:cNvSpPr>
          <p:nvPr/>
        </p:nvSpPr>
        <p:spPr>
          <a:xfrm xmlns:a="http://schemas.openxmlformats.org/drawingml/2006/main">
            <a:off x="11563350" y="1771650"/>
            <a:ext cx="2095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1">
                <a:solidFill>
                  <a:srgbClr val="347DA9"/>
                </a:solidFill>
                <a:latin typeface="Arial"/>
                <a:ea typeface="Arial"/>
                <a:cs typeface="Arial"/>
              </a:defRPr>
            </a:pPr>
            <a:r>
              <a:rPr sz="1875" b="1">
                <a:solidFill>
                  <a:srgbClr val="347DA9"/>
                </a:solidFill>
                <a:latin typeface="Arial"/>
                <a:ea typeface="Arial"/>
                <a:cs typeface="Arial"/>
              </a:rPr>
              <a:t>Direct prediction</a:t>
            </a:r>
          </a:p>
        </p:txBody>
      </p:sp>
      <p:sp>
        <p:nvSpPr>
          <p:cNvPr id="104" name="direct-readout-equation-258">
            <a:extLst xmlns:a="http://schemas.openxmlformats.org/drawingml/2006/main">
              <a:ext uri="{FF2B5EF4-FFF2-40B4-BE49-F238E27FC236}">
                <a16:creationId xmlns:a16="http://schemas.microsoft.com/office/drawing/2014/main" id="{8535A494-547F-412A-89F5-CB5BE12A745D}"/>
              </a:ext>
            </a:extLst>
          </p:cNvPr>
          <p:cNvSpPr>
            <a:spLocks xmlns:a="http://schemas.openxmlformats.org/drawingml/2006/main" noGrp="1"/>
          </p:cNvSpPr>
          <p:nvPr/>
        </p:nvSpPr>
        <p:spPr>
          <a:xfrm xmlns:a="http://schemas.openxmlformats.org/drawingml/2006/main">
            <a:off x="11563350" y="2133600"/>
            <a:ext cx="2095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25333D"/>
                </a:solidFill>
                <a:latin typeface="STIX Two Math"/>
                <a:ea typeface="STIX Two Math"/>
                <a:cs typeface="STIX Two Math"/>
              </a:defRPr>
            </a:pPr>
            <a:r>
              <a:rPr sz="2400" b="0">
                <a:solidFill>
                  <a:srgbClr val="25333D"/>
                </a:solidFill>
                <a:latin typeface="STIX Two Math"/>
                <a:ea typeface="STIX Two Math"/>
                <a:cs typeface="STIX Two Math"/>
              </a:rPr>
              <a:t>G(hₘ₋₁)</a:t>
            </a:r>
          </a:p>
        </p:txBody>
      </p:sp>
      <p:sp>
        <p:nvSpPr>
          <p:cNvPr id="105" name="latent-readout-259">
            <a:extLst xmlns:a="http://schemas.openxmlformats.org/drawingml/2006/main">
              <a:ext uri="{FF2B5EF4-FFF2-40B4-BE49-F238E27FC236}">
                <a16:creationId xmlns:a16="http://schemas.microsoft.com/office/drawing/2014/main" id="{F6EA467B-9DB8-407B-B32C-67F3083806A2}"/>
              </a:ext>
            </a:extLst>
          </p:cNvPr>
          <p:cNvSpPr>
            <a:spLocks xmlns:a="http://schemas.openxmlformats.org/drawingml/2006/main" noGrp="1"/>
          </p:cNvSpPr>
          <p:nvPr/>
        </p:nvSpPr>
        <p:spPr>
          <a:xfrm xmlns:a="http://schemas.openxmlformats.org/drawingml/2006/main">
            <a:off x="11449050" y="3609975"/>
            <a:ext cx="2324100" cy="952500"/>
          </a:xfrm>
          <a:prstGeom xmlns:a="http://schemas.openxmlformats.org/drawingml/2006/main" prst="rect">
            <a:avLst/>
          </a:prstGeom>
          <a:solidFill xmlns:a="http://schemas.openxmlformats.org/drawingml/2006/main">
            <a:srgbClr val="E8F4EF"/>
          </a:solidFill>
          <a:ln xmlns:a="http://schemas.openxmlformats.org/drawingml/2006/main" w="14288">
            <a:solidFill>
              <a:srgbClr val="388E80"/>
            </a:solidFill>
            <a:prstDash val="solid"/>
          </a:ln>
        </p:spPr>
      </p:sp>
      <p:sp>
        <p:nvSpPr>
          <p:cNvPr id="106" name="latent-readout-label-260">
            <a:extLst xmlns:a="http://schemas.openxmlformats.org/drawingml/2006/main">
              <a:ext uri="{FF2B5EF4-FFF2-40B4-BE49-F238E27FC236}">
                <a16:creationId xmlns:a16="http://schemas.microsoft.com/office/drawing/2014/main" id="{880D6285-53F3-4C8B-9AC3-D8F1AA67941A}"/>
              </a:ext>
            </a:extLst>
          </p:cNvPr>
          <p:cNvSpPr>
            <a:spLocks xmlns:a="http://schemas.openxmlformats.org/drawingml/2006/main" noGrp="1"/>
          </p:cNvSpPr>
          <p:nvPr/>
        </p:nvSpPr>
        <p:spPr>
          <a:xfrm xmlns:a="http://schemas.openxmlformats.org/drawingml/2006/main">
            <a:off x="11553825" y="3724275"/>
            <a:ext cx="21145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1">
                <a:solidFill>
                  <a:srgbClr val="388E80"/>
                </a:solidFill>
                <a:latin typeface="Arial"/>
                <a:ea typeface="Arial"/>
                <a:cs typeface="Arial"/>
              </a:defRPr>
            </a:pPr>
            <a:r>
              <a:rPr sz="1875" b="1">
                <a:solidFill>
                  <a:srgbClr val="388E80"/>
                </a:solidFill>
                <a:latin typeface="Arial"/>
                <a:ea typeface="Arial"/>
                <a:cs typeface="Arial"/>
              </a:rPr>
              <a:t>Latent correction</a:t>
            </a:r>
          </a:p>
        </p:txBody>
      </p:sp>
      <p:sp>
        <p:nvSpPr>
          <p:cNvPr id="107" name="latent-readout-equation-261">
            <a:extLst xmlns:a="http://schemas.openxmlformats.org/drawingml/2006/main">
              <a:ext uri="{FF2B5EF4-FFF2-40B4-BE49-F238E27FC236}">
                <a16:creationId xmlns:a16="http://schemas.microsoft.com/office/drawing/2014/main" id="{FC55673A-CBED-4EB4-A015-A2DFBDDD940D}"/>
              </a:ext>
            </a:extLst>
          </p:cNvPr>
          <p:cNvSpPr>
            <a:spLocks xmlns:a="http://schemas.openxmlformats.org/drawingml/2006/main" noGrp="1"/>
          </p:cNvSpPr>
          <p:nvPr/>
        </p:nvSpPr>
        <p:spPr>
          <a:xfrm xmlns:a="http://schemas.openxmlformats.org/drawingml/2006/main">
            <a:off x="11553825" y="4095750"/>
            <a:ext cx="2114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25333D"/>
                </a:solidFill>
                <a:latin typeface="STIX Two Math"/>
                <a:ea typeface="STIX Two Math"/>
                <a:cs typeface="STIX Two Math"/>
              </a:defRPr>
            </a:pPr>
            <a:r>
              <a:rPr sz="2400" b="0">
                <a:solidFill>
                  <a:srgbClr val="25333D"/>
                </a:solidFill>
                <a:latin typeface="STIX Two Math"/>
                <a:ea typeface="STIX Two Math"/>
                <a:cs typeface="STIX Two Math"/>
              </a:rPr>
              <a:t>H(zₘ)</a:t>
            </a:r>
          </a:p>
        </p:txBody>
      </p:sp>
      <p:sp>
        <p:nvSpPr>
          <p:cNvPr id="108" name="integrated-state-to-decoder-262">
            <a:extLst xmlns:a="http://schemas.openxmlformats.org/drawingml/2006/main">
              <a:ext uri="{FF2B5EF4-FFF2-40B4-BE49-F238E27FC236}">
                <a16:creationId xmlns:a16="http://schemas.microsoft.com/office/drawing/2014/main" id="{A6168E74-A88B-4040-89F5-D309B062BF69}"/>
              </a:ext>
            </a:extLst>
          </p:cNvPr>
          <p:cNvSpPr>
            <a:spLocks xmlns:a="http://schemas.openxmlformats.org/drawingml/2006/main" noGrp="1"/>
          </p:cNvSpPr>
          <p:nvPr/>
        </p:nvSpPr>
        <p:spPr>
          <a:xfrm xmlns:a="http://schemas.openxmlformats.org/drawingml/2006/main">
            <a:off x="10115550" y="4086225"/>
            <a:ext cx="1333500" cy="953"/>
          </a:xfrm>
          <a:custGeom xmlns:a="http://schemas.openxmlformats.org/drawingml/2006/main">
            <a:pathLst>
              <a:path w="1333500" h="953">
                <a:moveTo>
                  <a:pt x="0" y="0"/>
                </a:moveTo>
                <a:lnTo>
                  <a:pt x="1333500" y="0"/>
                </a:lnTo>
              </a:path>
            </a:pathLst>
          </a:custGeom>
          <a:noFill xmlns:a="http://schemas.openxmlformats.org/drawingml/2006/main"/>
          <a:ln xmlns:a="http://schemas.openxmlformats.org/drawingml/2006/main" w="22860">
            <a:solidFill>
              <a:srgbClr val="388E80"/>
            </a:solidFill>
            <a:prstDash val="solid"/>
          </a:ln>
        </p:spPr>
      </p:sp>
      <p:sp>
        <p:nvSpPr>
          <p:cNvPr id="109" name="integrated-state-to-decoder-arrowhead-263">
            <a:extLst xmlns:a="http://schemas.openxmlformats.org/drawingml/2006/main">
              <a:ext uri="{FF2B5EF4-FFF2-40B4-BE49-F238E27FC236}">
                <a16:creationId xmlns:a16="http://schemas.microsoft.com/office/drawing/2014/main" id="{A9CFDD1D-A4DF-4F09-A445-7FEA1818C3B3}"/>
              </a:ext>
            </a:extLst>
          </p:cNvPr>
          <p:cNvSpPr>
            <a:spLocks xmlns:a="http://schemas.openxmlformats.org/drawingml/2006/main" noGrp="1"/>
          </p:cNvSpPr>
          <p:nvPr/>
        </p:nvSpPr>
        <p:spPr>
          <a:xfrm xmlns:a="http://schemas.openxmlformats.org/drawingml/2006/main">
            <a:off x="11363325" y="4045077"/>
            <a:ext cx="85725" cy="82296"/>
          </a:xfrm>
          <a:custGeom xmlns:a="http://schemas.openxmlformats.org/drawingml/2006/main">
            <a:pathLst>
              <a:path w="85725" h="82296">
                <a:moveTo>
                  <a:pt x="85725" y="41148"/>
                </a:moveTo>
                <a:lnTo>
                  <a:pt x="0" y="82296"/>
                </a:lnTo>
                <a:lnTo>
                  <a:pt x="0" y="0"/>
                </a:lnTo>
                <a:close/>
              </a:path>
            </a:pathLst>
          </a:custGeom>
          <a:solidFill xmlns:a="http://schemas.openxmlformats.org/drawingml/2006/main">
            <a:srgbClr val="388E80"/>
          </a:solidFill>
          <a:ln xmlns:a="http://schemas.openxmlformats.org/drawingml/2006/main" w="0">
            <a:solidFill>
              <a:srgbClr val="388E80"/>
            </a:solidFill>
            <a:prstDash val="solid"/>
          </a:ln>
        </p:spPr>
      </p:sp>
      <p:sp>
        <p:nvSpPr>
          <p:cNvPr id="110" name="readout-summation-264">
            <a:extLst xmlns:a="http://schemas.openxmlformats.org/drawingml/2006/main">
              <a:ext uri="{FF2B5EF4-FFF2-40B4-BE49-F238E27FC236}">
                <a16:creationId xmlns:a16="http://schemas.microsoft.com/office/drawing/2014/main" id="{66864C5B-5980-4267-80A0-6BCB588FFF57}"/>
              </a:ext>
            </a:extLst>
          </p:cNvPr>
          <p:cNvSpPr>
            <a:spLocks xmlns:a="http://schemas.openxmlformats.org/drawingml/2006/main" noGrp="1"/>
          </p:cNvSpPr>
          <p:nvPr/>
        </p:nvSpPr>
        <p:spPr>
          <a:xfrm xmlns:a="http://schemas.openxmlformats.org/drawingml/2006/main">
            <a:off x="12382500" y="5095875"/>
            <a:ext cx="457200" cy="457200"/>
          </a:xfrm>
          <a:prstGeom xmlns:a="http://schemas.openxmlformats.org/drawingml/2006/main" prst="ellipse">
            <a:avLst/>
          </a:prstGeom>
          <a:solidFill xmlns:a="http://schemas.openxmlformats.org/drawingml/2006/main">
            <a:srgbClr val="FFFFFF"/>
          </a:solidFill>
          <a:ln xmlns:a="http://schemas.openxmlformats.org/drawingml/2006/main" w="17145">
            <a:solidFill>
              <a:srgbClr val="25333D"/>
            </a:solidFill>
          </a:ln>
        </p:spPr>
      </p:sp>
      <p:sp>
        <p:nvSpPr>
          <p:cNvPr id="111" name="readout-plus-265">
            <a:extLst xmlns:a="http://schemas.openxmlformats.org/drawingml/2006/main">
              <a:ext uri="{FF2B5EF4-FFF2-40B4-BE49-F238E27FC236}">
                <a16:creationId xmlns:a16="http://schemas.microsoft.com/office/drawing/2014/main" id="{4C65636F-6E5E-4C7D-88DD-1FA3EB691901}"/>
              </a:ext>
            </a:extLst>
          </p:cNvPr>
          <p:cNvSpPr>
            <a:spLocks xmlns:a="http://schemas.openxmlformats.org/drawingml/2006/main" noGrp="1"/>
          </p:cNvSpPr>
          <p:nvPr/>
        </p:nvSpPr>
        <p:spPr>
          <a:xfrm xmlns:a="http://schemas.openxmlformats.org/drawingml/2006/main">
            <a:off x="12401550" y="5114925"/>
            <a:ext cx="419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625" b="0">
                <a:solidFill>
                  <a:srgbClr val="25333D"/>
                </a:solidFill>
                <a:latin typeface="Arial"/>
                <a:ea typeface="Arial"/>
                <a:cs typeface="Arial"/>
              </a:defRPr>
            </a:pPr>
            <a:r>
              <a:rPr sz="2625" b="0">
                <a:solidFill>
                  <a:srgbClr val="25333D"/>
                </a:solidFill>
                <a:latin typeface="Arial"/>
                <a:ea typeface="Arial"/>
                <a:cs typeface="Arial"/>
              </a:rPr>
              <a:t>+</a:t>
            </a:r>
          </a:p>
        </p:txBody>
      </p:sp>
      <p:sp>
        <p:nvSpPr>
          <p:cNvPr id="112" name="latent-correction-to-sum-266">
            <a:extLst xmlns:a="http://schemas.openxmlformats.org/drawingml/2006/main">
              <a:ext uri="{FF2B5EF4-FFF2-40B4-BE49-F238E27FC236}">
                <a16:creationId xmlns:a16="http://schemas.microsoft.com/office/drawing/2014/main" id="{A7A72779-FC0E-403A-A36C-6A72A6C7D1F2}"/>
              </a:ext>
            </a:extLst>
          </p:cNvPr>
          <p:cNvSpPr>
            <a:spLocks xmlns:a="http://schemas.openxmlformats.org/drawingml/2006/main" noGrp="1"/>
          </p:cNvSpPr>
          <p:nvPr/>
        </p:nvSpPr>
        <p:spPr>
          <a:xfrm xmlns:a="http://schemas.openxmlformats.org/drawingml/2006/main">
            <a:off x="12611100" y="4562475"/>
            <a:ext cx="953" cy="533400"/>
          </a:xfrm>
          <a:custGeom xmlns:a="http://schemas.openxmlformats.org/drawingml/2006/main">
            <a:pathLst>
              <a:path w="953" h="533400">
                <a:moveTo>
                  <a:pt x="0" y="0"/>
                </a:moveTo>
                <a:lnTo>
                  <a:pt x="0" y="533400"/>
                </a:lnTo>
              </a:path>
            </a:pathLst>
          </a:custGeom>
          <a:noFill xmlns:a="http://schemas.openxmlformats.org/drawingml/2006/main"/>
          <a:ln xmlns:a="http://schemas.openxmlformats.org/drawingml/2006/main" w="22860">
            <a:solidFill>
              <a:srgbClr val="388E80"/>
            </a:solidFill>
            <a:prstDash val="solid"/>
          </a:ln>
        </p:spPr>
      </p:sp>
      <p:sp>
        <p:nvSpPr>
          <p:cNvPr id="113" name="latent-correction-to-sum-arrowhead-267">
            <a:extLst xmlns:a="http://schemas.openxmlformats.org/drawingml/2006/main">
              <a:ext uri="{FF2B5EF4-FFF2-40B4-BE49-F238E27FC236}">
                <a16:creationId xmlns:a16="http://schemas.microsoft.com/office/drawing/2014/main" id="{89A2D7F6-56E5-48CA-A178-D5BE761414B4}"/>
              </a:ext>
            </a:extLst>
          </p:cNvPr>
          <p:cNvSpPr>
            <a:spLocks xmlns:a="http://schemas.openxmlformats.org/drawingml/2006/main" noGrp="1"/>
          </p:cNvSpPr>
          <p:nvPr/>
        </p:nvSpPr>
        <p:spPr>
          <a:xfrm xmlns:a="http://schemas.openxmlformats.org/drawingml/2006/main">
            <a:off x="12569952" y="5010150"/>
            <a:ext cx="82296" cy="85725"/>
          </a:xfrm>
          <a:custGeom xmlns:a="http://schemas.openxmlformats.org/drawingml/2006/main">
            <a:pathLst>
              <a:path w="82296" h="85725">
                <a:moveTo>
                  <a:pt x="41148" y="85725"/>
                </a:moveTo>
                <a:lnTo>
                  <a:pt x="0" y="0"/>
                </a:lnTo>
                <a:lnTo>
                  <a:pt x="82296" y="0"/>
                </a:lnTo>
                <a:close/>
              </a:path>
            </a:pathLst>
          </a:custGeom>
          <a:solidFill xmlns:a="http://schemas.openxmlformats.org/drawingml/2006/main">
            <a:srgbClr val="388E80"/>
          </a:solidFill>
          <a:ln xmlns:a="http://schemas.openxmlformats.org/drawingml/2006/main" w="0">
            <a:solidFill>
              <a:srgbClr val="388E80"/>
            </a:solidFill>
            <a:prstDash val="solid"/>
          </a:ln>
        </p:spPr>
      </p:sp>
      <p:sp>
        <p:nvSpPr>
          <p:cNvPr id="114" name="direct-prediction-to-sum-268">
            <a:extLst xmlns:a="http://schemas.openxmlformats.org/drawingml/2006/main">
              <a:ext uri="{FF2B5EF4-FFF2-40B4-BE49-F238E27FC236}">
                <a16:creationId xmlns:a16="http://schemas.microsoft.com/office/drawing/2014/main" id="{80639406-FEC7-46AD-A9E6-3BCCC4BEF35A}"/>
              </a:ext>
            </a:extLst>
          </p:cNvPr>
          <p:cNvSpPr>
            <a:spLocks xmlns:a="http://schemas.openxmlformats.org/drawingml/2006/main" noGrp="1"/>
          </p:cNvSpPr>
          <p:nvPr/>
        </p:nvSpPr>
        <p:spPr>
          <a:xfrm xmlns:a="http://schemas.openxmlformats.org/drawingml/2006/main">
            <a:off x="12839700" y="2133600"/>
            <a:ext cx="1266825" cy="3190875"/>
          </a:xfrm>
          <a:custGeom xmlns:a="http://schemas.openxmlformats.org/drawingml/2006/main">
            <a:pathLst>
              <a:path w="1266825" h="3190875">
                <a:moveTo>
                  <a:pt x="933450" y="0"/>
                </a:moveTo>
                <a:lnTo>
                  <a:pt x="1266825" y="0"/>
                </a:lnTo>
                <a:lnTo>
                  <a:pt x="1266825" y="3190875"/>
                </a:lnTo>
                <a:lnTo>
                  <a:pt x="0" y="3190875"/>
                </a:lnTo>
              </a:path>
            </a:pathLst>
          </a:custGeom>
          <a:noFill xmlns:a="http://schemas.openxmlformats.org/drawingml/2006/main"/>
          <a:ln xmlns:a="http://schemas.openxmlformats.org/drawingml/2006/main" w="22860">
            <a:solidFill>
              <a:srgbClr val="347DA9"/>
            </a:solidFill>
            <a:prstDash val="solid"/>
          </a:ln>
        </p:spPr>
      </p:sp>
      <p:sp>
        <p:nvSpPr>
          <p:cNvPr id="115" name="direct-prediction-to-sum-arrowhead-269">
            <a:extLst xmlns:a="http://schemas.openxmlformats.org/drawingml/2006/main">
              <a:ext uri="{FF2B5EF4-FFF2-40B4-BE49-F238E27FC236}">
                <a16:creationId xmlns:a16="http://schemas.microsoft.com/office/drawing/2014/main" id="{6193471D-1BE6-49D8-9826-05FB007E1328}"/>
              </a:ext>
            </a:extLst>
          </p:cNvPr>
          <p:cNvSpPr>
            <a:spLocks xmlns:a="http://schemas.openxmlformats.org/drawingml/2006/main" noGrp="1"/>
          </p:cNvSpPr>
          <p:nvPr/>
        </p:nvSpPr>
        <p:spPr>
          <a:xfrm xmlns:a="http://schemas.openxmlformats.org/drawingml/2006/main">
            <a:off x="12839700" y="5283327"/>
            <a:ext cx="85725" cy="82296"/>
          </a:xfrm>
          <a:custGeom xmlns:a="http://schemas.openxmlformats.org/drawingml/2006/main">
            <a:pathLst>
              <a:path w="85725" h="82296">
                <a:moveTo>
                  <a:pt x="0" y="41148"/>
                </a:moveTo>
                <a:lnTo>
                  <a:pt x="85725" y="0"/>
                </a:lnTo>
                <a:lnTo>
                  <a:pt x="85725" y="82296"/>
                </a:lnTo>
                <a:close/>
              </a:path>
            </a:pathLst>
          </a:custGeom>
          <a:solidFill xmlns:a="http://schemas.openxmlformats.org/drawingml/2006/main">
            <a:srgbClr val="347DA9"/>
          </a:solidFill>
          <a:ln xmlns:a="http://schemas.openxmlformats.org/drawingml/2006/main" w="0">
            <a:solidFill>
              <a:srgbClr val="347DA9"/>
            </a:solidFill>
            <a:prstDash val="solid"/>
          </a:ln>
        </p:spPr>
      </p:sp>
      <p:sp>
        <p:nvSpPr>
          <p:cNvPr id="116" name="force-inverse-scaling-270">
            <a:extLst xmlns:a="http://schemas.openxmlformats.org/drawingml/2006/main">
              <a:ext uri="{FF2B5EF4-FFF2-40B4-BE49-F238E27FC236}">
                <a16:creationId xmlns:a16="http://schemas.microsoft.com/office/drawing/2014/main" id="{540BF7A0-0336-4714-A4E4-874FE5C3415F}"/>
              </a:ext>
            </a:extLst>
          </p:cNvPr>
          <p:cNvSpPr>
            <a:spLocks xmlns:a="http://schemas.openxmlformats.org/drawingml/2006/main" noGrp="1"/>
          </p:cNvSpPr>
          <p:nvPr/>
        </p:nvSpPr>
        <p:spPr>
          <a:xfrm xmlns:a="http://schemas.openxmlformats.org/drawingml/2006/main">
            <a:off x="11449050" y="5981700"/>
            <a:ext cx="2324100" cy="952500"/>
          </a:xfrm>
          <a:prstGeom xmlns:a="http://schemas.openxmlformats.org/drawingml/2006/main" prst="rect">
            <a:avLst/>
          </a:prstGeom>
          <a:solidFill xmlns:a="http://schemas.openxmlformats.org/drawingml/2006/main">
            <a:srgbClr val="FBEEE8"/>
          </a:solidFill>
          <a:ln xmlns:a="http://schemas.openxmlformats.org/drawingml/2006/main" w="14288">
            <a:solidFill>
              <a:srgbClr val="CD725D"/>
            </a:solidFill>
            <a:prstDash val="solid"/>
          </a:ln>
        </p:spPr>
      </p:sp>
      <p:sp>
        <p:nvSpPr>
          <p:cNvPr id="117" name="inverse-scaling-label-271">
            <a:extLst xmlns:a="http://schemas.openxmlformats.org/drawingml/2006/main">
              <a:ext uri="{FF2B5EF4-FFF2-40B4-BE49-F238E27FC236}">
                <a16:creationId xmlns:a16="http://schemas.microsoft.com/office/drawing/2014/main" id="{B6851573-234B-4173-A832-2881660187BA}"/>
              </a:ext>
            </a:extLst>
          </p:cNvPr>
          <p:cNvSpPr>
            <a:spLocks xmlns:a="http://schemas.openxmlformats.org/drawingml/2006/main" noGrp="1"/>
          </p:cNvSpPr>
          <p:nvPr/>
        </p:nvSpPr>
        <p:spPr>
          <a:xfrm xmlns:a="http://schemas.openxmlformats.org/drawingml/2006/main">
            <a:off x="11563350" y="6096000"/>
            <a:ext cx="20859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1">
                <a:solidFill>
                  <a:srgbClr val="CD725D"/>
                </a:solidFill>
                <a:latin typeface="Arial"/>
                <a:ea typeface="Arial"/>
                <a:cs typeface="Arial"/>
              </a:defRPr>
            </a:pPr>
            <a:r>
              <a:rPr sz="1875" b="1">
                <a:solidFill>
                  <a:srgbClr val="CD725D"/>
                </a:solidFill>
                <a:latin typeface="Arial"/>
                <a:ea typeface="Arial"/>
                <a:cs typeface="Arial"/>
              </a:rPr>
              <a:t>Inverse scaling</a:t>
            </a:r>
          </a:p>
        </p:txBody>
      </p:sp>
      <p:sp>
        <p:nvSpPr>
          <p:cNvPr id="118" name="physical-force-output-272">
            <a:extLst xmlns:a="http://schemas.openxmlformats.org/drawingml/2006/main">
              <a:ext uri="{FF2B5EF4-FFF2-40B4-BE49-F238E27FC236}">
                <a16:creationId xmlns:a16="http://schemas.microsoft.com/office/drawing/2014/main" id="{D2C450BE-3FBF-44F5-ACE0-CAFEAC096D3C}"/>
              </a:ext>
            </a:extLst>
          </p:cNvPr>
          <p:cNvSpPr>
            <a:spLocks xmlns:a="http://schemas.openxmlformats.org/drawingml/2006/main" noGrp="1"/>
          </p:cNvSpPr>
          <p:nvPr/>
        </p:nvSpPr>
        <p:spPr>
          <a:xfrm xmlns:a="http://schemas.openxmlformats.org/drawingml/2006/main">
            <a:off x="11563350" y="6467475"/>
            <a:ext cx="20859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325" b="0">
                <a:solidFill>
                  <a:srgbClr val="25333D"/>
                </a:solidFill>
                <a:latin typeface="STIX Two Math"/>
                <a:ea typeface="STIX Two Math"/>
                <a:cs typeface="STIX Two Math"/>
              </a:defRPr>
            </a:pPr>
            <a:r>
              <a:rPr sz="2325" b="0">
                <a:solidFill>
                  <a:srgbClr val="25333D"/>
                </a:solidFill>
                <a:latin typeface="STIX Two Math"/>
                <a:ea typeface="STIX Two Math"/>
                <a:cs typeface="STIX Two Math"/>
              </a:rPr>
              <a:t>Force F̂ₘ  (N)</a:t>
            </a:r>
          </a:p>
        </p:txBody>
      </p:sp>
      <p:sp>
        <p:nvSpPr>
          <p:cNvPr id="119" name="standardized-force-to-physical-273">
            <a:extLst xmlns:a="http://schemas.openxmlformats.org/drawingml/2006/main">
              <a:ext uri="{FF2B5EF4-FFF2-40B4-BE49-F238E27FC236}">
                <a16:creationId xmlns:a16="http://schemas.microsoft.com/office/drawing/2014/main" id="{EBEAB35F-ED87-41F8-B60E-A00989E81986}"/>
              </a:ext>
            </a:extLst>
          </p:cNvPr>
          <p:cNvSpPr>
            <a:spLocks xmlns:a="http://schemas.openxmlformats.org/drawingml/2006/main" noGrp="1"/>
          </p:cNvSpPr>
          <p:nvPr/>
        </p:nvSpPr>
        <p:spPr>
          <a:xfrm xmlns:a="http://schemas.openxmlformats.org/drawingml/2006/main">
            <a:off x="12611100" y="5553075"/>
            <a:ext cx="953" cy="428625"/>
          </a:xfrm>
          <a:custGeom xmlns:a="http://schemas.openxmlformats.org/drawingml/2006/main">
            <a:pathLst>
              <a:path w="953" h="428625">
                <a:moveTo>
                  <a:pt x="0" y="0"/>
                </a:moveTo>
                <a:lnTo>
                  <a:pt x="0" y="428625"/>
                </a:lnTo>
              </a:path>
            </a:pathLst>
          </a:custGeom>
          <a:noFill xmlns:a="http://schemas.openxmlformats.org/drawingml/2006/main"/>
          <a:ln xmlns:a="http://schemas.openxmlformats.org/drawingml/2006/main" w="22860">
            <a:solidFill>
              <a:srgbClr val="25333D"/>
            </a:solidFill>
            <a:prstDash val="solid"/>
          </a:ln>
        </p:spPr>
      </p:sp>
      <p:sp>
        <p:nvSpPr>
          <p:cNvPr id="120" name="standardized-force-to-physical-arrowhead-274">
            <a:extLst xmlns:a="http://schemas.openxmlformats.org/drawingml/2006/main">
              <a:ext uri="{FF2B5EF4-FFF2-40B4-BE49-F238E27FC236}">
                <a16:creationId xmlns:a16="http://schemas.microsoft.com/office/drawing/2014/main" id="{39F95C3C-814D-41B0-9BF6-B1D2EC763929}"/>
              </a:ext>
            </a:extLst>
          </p:cNvPr>
          <p:cNvSpPr>
            <a:spLocks xmlns:a="http://schemas.openxmlformats.org/drawingml/2006/main" noGrp="1"/>
          </p:cNvSpPr>
          <p:nvPr/>
        </p:nvSpPr>
        <p:spPr>
          <a:xfrm xmlns:a="http://schemas.openxmlformats.org/drawingml/2006/main">
            <a:off x="12569952" y="5895975"/>
            <a:ext cx="82296" cy="85725"/>
          </a:xfrm>
          <a:custGeom xmlns:a="http://schemas.openxmlformats.org/drawingml/2006/main">
            <a:pathLst>
              <a:path w="82296" h="85725">
                <a:moveTo>
                  <a:pt x="41148" y="85725"/>
                </a:moveTo>
                <a:lnTo>
                  <a:pt x="0" y="0"/>
                </a:lnTo>
                <a:lnTo>
                  <a:pt x="82296" y="0"/>
                </a:lnTo>
                <a:close/>
              </a:path>
            </a:pathLst>
          </a:custGeom>
          <a:solidFill xmlns:a="http://schemas.openxmlformats.org/drawingml/2006/main">
            <a:srgbClr val="25333D"/>
          </a:solidFill>
          <a:ln xmlns:a="http://schemas.openxmlformats.org/drawingml/2006/main" w="0">
            <a:solidFill>
              <a:srgbClr val="25333D"/>
            </a:solidFill>
            <a:prstDash val="solid"/>
          </a:ln>
        </p:spPr>
      </p:sp>
      <p:sp>
        <p:nvSpPr>
          <p:cNvPr id="121" name="optional-warm-up-275">
            <a:extLst xmlns:a="http://schemas.openxmlformats.org/drawingml/2006/main">
              <a:ext uri="{FF2B5EF4-FFF2-40B4-BE49-F238E27FC236}">
                <a16:creationId xmlns:a16="http://schemas.microsoft.com/office/drawing/2014/main" id="{4E0A329F-11A6-4C42-9B7B-EBD7B175AF89}"/>
              </a:ext>
            </a:extLst>
          </p:cNvPr>
          <p:cNvSpPr>
            <a:spLocks xmlns:a="http://schemas.openxmlformats.org/drawingml/2006/main" noGrp="1"/>
          </p:cNvSpPr>
          <p:nvPr/>
        </p:nvSpPr>
        <p:spPr>
          <a:xfrm xmlns:a="http://schemas.openxmlformats.org/drawingml/2006/main">
            <a:off x="504825" y="5057775"/>
            <a:ext cx="4038600" cy="1200150"/>
          </a:xfrm>
          <a:prstGeom xmlns:a="http://schemas.openxmlformats.org/drawingml/2006/main" prst="rect">
            <a:avLst/>
          </a:prstGeom>
          <a:solidFill xmlns:a="http://schemas.openxmlformats.org/drawingml/2006/main">
            <a:srgbClr val="FFFFFF"/>
          </a:solidFill>
          <a:ln xmlns:a="http://schemas.openxmlformats.org/drawingml/2006/main" w="13335">
            <a:solidFill>
              <a:srgbClr val="8B9CA6"/>
            </a:solidFill>
            <a:prstDash val="dash"/>
          </a:ln>
        </p:spPr>
      </p:sp>
      <p:sp>
        <p:nvSpPr>
          <p:cNvPr id="122" name="optional-warm-up-title-276">
            <a:extLst xmlns:a="http://schemas.openxmlformats.org/drawingml/2006/main">
              <a:ext uri="{FF2B5EF4-FFF2-40B4-BE49-F238E27FC236}">
                <a16:creationId xmlns:a16="http://schemas.microsoft.com/office/drawing/2014/main" id="{304E6ED8-B067-4B10-A186-423AB640B8AC}"/>
              </a:ext>
            </a:extLst>
          </p:cNvPr>
          <p:cNvSpPr>
            <a:spLocks xmlns:a="http://schemas.openxmlformats.org/drawingml/2006/main" noGrp="1"/>
          </p:cNvSpPr>
          <p:nvPr/>
        </p:nvSpPr>
        <p:spPr>
          <a:xfrm xmlns:a="http://schemas.openxmlformats.org/drawingml/2006/main">
            <a:off x="647700" y="5162550"/>
            <a:ext cx="3743325"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1">
                <a:solidFill>
                  <a:srgbClr val="61737E"/>
                </a:solidFill>
                <a:latin typeface="Arial"/>
                <a:ea typeface="Arial"/>
                <a:cs typeface="Arial"/>
              </a:defRPr>
            </a:pPr>
            <a:r>
              <a:rPr sz="1725" b="1">
                <a:solidFill>
                  <a:srgbClr val="61737E"/>
                </a:solidFill>
                <a:latin typeface="Arial"/>
                <a:ea typeface="Arial"/>
                <a:cs typeface="Arial"/>
              </a:rPr>
              <a:t>Optional warm-up (untested)</a:t>
            </a:r>
          </a:p>
        </p:txBody>
      </p:sp>
      <p:sp>
        <p:nvSpPr>
          <p:cNvPr id="123" name="warm-up-available-prefix-277">
            <a:extLst xmlns:a="http://schemas.openxmlformats.org/drawingml/2006/main">
              <a:ext uri="{FF2B5EF4-FFF2-40B4-BE49-F238E27FC236}">
                <a16:creationId xmlns:a16="http://schemas.microsoft.com/office/drawing/2014/main" id="{D026F927-3E96-4A97-85E8-D3EF6E8F13BF}"/>
              </a:ext>
            </a:extLst>
          </p:cNvPr>
          <p:cNvSpPr>
            <a:spLocks xmlns:a="http://schemas.openxmlformats.org/drawingml/2006/main" noGrp="1"/>
          </p:cNvSpPr>
          <p:nvPr/>
        </p:nvSpPr>
        <p:spPr>
          <a:xfrm xmlns:a="http://schemas.openxmlformats.org/drawingml/2006/main">
            <a:off x="647700" y="5553075"/>
            <a:ext cx="15811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a:solidFill>
                  <a:srgbClr val="25333D"/>
                </a:solidFill>
                <a:latin typeface="Arial"/>
                <a:ea typeface="Arial"/>
                <a:cs typeface="Arial"/>
              </a:defRPr>
            </a:pPr>
            <a:r>
              <a:rPr sz="1725" b="0">
                <a:solidFill>
                  <a:srgbClr val="25333D"/>
                </a:solidFill>
                <a:latin typeface="Arial"/>
                <a:ea typeface="Arial"/>
                <a:cs typeface="Arial"/>
              </a:rPr>
              <a:t>K₀ + 1 inputs</a:t>
            </a:r>
          </a:p>
        </p:txBody>
      </p:sp>
      <p:sp>
        <p:nvSpPr>
          <p:cNvPr id="124" name="warm-up-mlp-278">
            <a:extLst xmlns:a="http://schemas.openxmlformats.org/drawingml/2006/main">
              <a:ext uri="{FF2B5EF4-FFF2-40B4-BE49-F238E27FC236}">
                <a16:creationId xmlns:a16="http://schemas.microsoft.com/office/drawing/2014/main" id="{03DAC676-E217-4271-BF7A-22D6A5EAB010}"/>
              </a:ext>
            </a:extLst>
          </p:cNvPr>
          <p:cNvSpPr>
            <a:spLocks xmlns:a="http://schemas.openxmlformats.org/drawingml/2006/main" noGrp="1"/>
          </p:cNvSpPr>
          <p:nvPr/>
        </p:nvSpPr>
        <p:spPr>
          <a:xfrm xmlns:a="http://schemas.openxmlformats.org/drawingml/2006/main">
            <a:off x="2505075" y="5534025"/>
            <a:ext cx="514350" cy="323850"/>
          </a:xfrm>
          <a:prstGeom xmlns:a="http://schemas.openxmlformats.org/drawingml/2006/main" prst="rect">
            <a:avLst/>
          </a:prstGeom>
          <a:solidFill xmlns:a="http://schemas.openxmlformats.org/drawingml/2006/main">
            <a:srgbClr val="F7F9FA"/>
          </a:solidFill>
          <a:ln xmlns:a="http://schemas.openxmlformats.org/drawingml/2006/main" w="9525">
            <a:solidFill>
              <a:srgbClr val="8B9CA6"/>
            </a:solidFill>
            <a:prstDash val="solid"/>
          </a:ln>
        </p:spPr>
      </p:sp>
      <p:sp>
        <p:nvSpPr>
          <p:cNvPr id="125" name="warm-up-mlp-label-279">
            <a:extLst xmlns:a="http://schemas.openxmlformats.org/drawingml/2006/main">
              <a:ext uri="{FF2B5EF4-FFF2-40B4-BE49-F238E27FC236}">
                <a16:creationId xmlns:a16="http://schemas.microsoft.com/office/drawing/2014/main" id="{FBB75C23-E0D4-4A7B-BB37-974F092C1E77}"/>
              </a:ext>
            </a:extLst>
          </p:cNvPr>
          <p:cNvSpPr>
            <a:spLocks xmlns:a="http://schemas.openxmlformats.org/drawingml/2006/main" noGrp="1"/>
          </p:cNvSpPr>
          <p:nvPr/>
        </p:nvSpPr>
        <p:spPr>
          <a:xfrm xmlns:a="http://schemas.openxmlformats.org/drawingml/2006/main">
            <a:off x="2505075" y="5524500"/>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25333D"/>
                </a:solidFill>
                <a:latin typeface="Arial"/>
                <a:ea typeface="Arial"/>
                <a:cs typeface="Arial"/>
              </a:defRPr>
            </a:pPr>
            <a:r>
              <a:rPr sz="1800" b="0">
                <a:solidFill>
                  <a:srgbClr val="25333D"/>
                </a:solidFill>
                <a:latin typeface="Arial"/>
                <a:ea typeface="Arial"/>
                <a:cs typeface="Arial"/>
              </a:rPr>
              <a:t>E₀</a:t>
            </a:r>
          </a:p>
        </p:txBody>
      </p:sp>
      <p:sp>
        <p:nvSpPr>
          <p:cNvPr id="126" name="warm-up-prefix-to-initializer-280">
            <a:extLst xmlns:a="http://schemas.openxmlformats.org/drawingml/2006/main">
              <a:ext uri="{FF2B5EF4-FFF2-40B4-BE49-F238E27FC236}">
                <a16:creationId xmlns:a16="http://schemas.microsoft.com/office/drawing/2014/main" id="{8B7C391A-365A-4736-B846-48BEDDB7A40B}"/>
              </a:ext>
            </a:extLst>
          </p:cNvPr>
          <p:cNvSpPr>
            <a:spLocks xmlns:a="http://schemas.openxmlformats.org/drawingml/2006/main" noGrp="1"/>
          </p:cNvSpPr>
          <p:nvPr/>
        </p:nvSpPr>
        <p:spPr>
          <a:xfrm xmlns:a="http://schemas.openxmlformats.org/drawingml/2006/main">
            <a:off x="2133600" y="5705475"/>
            <a:ext cx="371475" cy="953"/>
          </a:xfrm>
          <a:custGeom xmlns:a="http://schemas.openxmlformats.org/drawingml/2006/main">
            <a:pathLst>
              <a:path w="371475" h="953">
                <a:moveTo>
                  <a:pt x="0" y="0"/>
                </a:moveTo>
                <a:lnTo>
                  <a:pt x="371475" y="0"/>
                </a:lnTo>
              </a:path>
            </a:pathLst>
          </a:custGeom>
          <a:noFill xmlns:a="http://schemas.openxmlformats.org/drawingml/2006/main"/>
          <a:ln xmlns:a="http://schemas.openxmlformats.org/drawingml/2006/main" w="17145">
            <a:solidFill>
              <a:srgbClr val="8B9CA6"/>
            </a:solidFill>
            <a:prstDash val="solid"/>
          </a:ln>
        </p:spPr>
      </p:sp>
      <p:sp>
        <p:nvSpPr>
          <p:cNvPr id="127" name="warm-up-prefix-to-initializer-arrowhead-281">
            <a:extLst xmlns:a="http://schemas.openxmlformats.org/drawingml/2006/main">
              <a:ext uri="{FF2B5EF4-FFF2-40B4-BE49-F238E27FC236}">
                <a16:creationId xmlns:a16="http://schemas.microsoft.com/office/drawing/2014/main" id="{F8ED2928-8172-4A2F-B8BE-AF8BDABED25A}"/>
              </a:ext>
            </a:extLst>
          </p:cNvPr>
          <p:cNvSpPr>
            <a:spLocks xmlns:a="http://schemas.openxmlformats.org/drawingml/2006/main" noGrp="1"/>
          </p:cNvSpPr>
          <p:nvPr/>
        </p:nvSpPr>
        <p:spPr>
          <a:xfrm xmlns:a="http://schemas.openxmlformats.org/drawingml/2006/main">
            <a:off x="2438400" y="5673471"/>
            <a:ext cx="66675" cy="64008"/>
          </a:xfrm>
          <a:custGeom xmlns:a="http://schemas.openxmlformats.org/drawingml/2006/main">
            <a:pathLst>
              <a:path w="66675" h="64008">
                <a:moveTo>
                  <a:pt x="66675" y="32004"/>
                </a:moveTo>
                <a:lnTo>
                  <a:pt x="0" y="64008"/>
                </a:lnTo>
                <a:lnTo>
                  <a:pt x="0" y="0"/>
                </a:lnTo>
                <a:close/>
              </a:path>
            </a:pathLst>
          </a:custGeom>
          <a:solidFill xmlns:a="http://schemas.openxmlformats.org/drawingml/2006/main">
            <a:srgbClr val="8B9CA6"/>
          </a:solidFill>
          <a:ln xmlns:a="http://schemas.openxmlformats.org/drawingml/2006/main" w="0">
            <a:solidFill>
              <a:srgbClr val="8B9CA6"/>
            </a:solidFill>
            <a:prstDash val="solid"/>
          </a:ln>
        </p:spPr>
      </p:sp>
      <p:sp>
        <p:nvSpPr>
          <p:cNvPr id="128" name="warm-up-initializer-to-state-282">
            <a:extLst xmlns:a="http://schemas.openxmlformats.org/drawingml/2006/main">
              <a:ext uri="{FF2B5EF4-FFF2-40B4-BE49-F238E27FC236}">
                <a16:creationId xmlns:a16="http://schemas.microsoft.com/office/drawing/2014/main" id="{E641B0D2-B5CD-4078-94A3-4864E998F30D}"/>
              </a:ext>
            </a:extLst>
          </p:cNvPr>
          <p:cNvSpPr>
            <a:spLocks xmlns:a="http://schemas.openxmlformats.org/drawingml/2006/main" noGrp="1"/>
          </p:cNvSpPr>
          <p:nvPr/>
        </p:nvSpPr>
        <p:spPr>
          <a:xfrm xmlns:a="http://schemas.openxmlformats.org/drawingml/2006/main">
            <a:off x="3019425" y="5705475"/>
            <a:ext cx="285750" cy="953"/>
          </a:xfrm>
          <a:custGeom xmlns:a="http://schemas.openxmlformats.org/drawingml/2006/main">
            <a:pathLst>
              <a:path w="285750" h="953">
                <a:moveTo>
                  <a:pt x="0" y="0"/>
                </a:moveTo>
                <a:lnTo>
                  <a:pt x="285750" y="0"/>
                </a:lnTo>
              </a:path>
            </a:pathLst>
          </a:custGeom>
          <a:noFill xmlns:a="http://schemas.openxmlformats.org/drawingml/2006/main"/>
          <a:ln xmlns:a="http://schemas.openxmlformats.org/drawingml/2006/main" w="17145">
            <a:solidFill>
              <a:srgbClr val="8B9CA6"/>
            </a:solidFill>
            <a:prstDash val="solid"/>
          </a:ln>
        </p:spPr>
      </p:sp>
      <p:sp>
        <p:nvSpPr>
          <p:cNvPr id="129" name="warm-up-initializer-to-state-arrowhead-283">
            <a:extLst xmlns:a="http://schemas.openxmlformats.org/drawingml/2006/main">
              <a:ext uri="{FF2B5EF4-FFF2-40B4-BE49-F238E27FC236}">
                <a16:creationId xmlns:a16="http://schemas.microsoft.com/office/drawing/2014/main" id="{3A352864-D118-49D9-BF87-D7FD456F4BC1}"/>
              </a:ext>
            </a:extLst>
          </p:cNvPr>
          <p:cNvSpPr>
            <a:spLocks xmlns:a="http://schemas.openxmlformats.org/drawingml/2006/main" noGrp="1"/>
          </p:cNvSpPr>
          <p:nvPr/>
        </p:nvSpPr>
        <p:spPr>
          <a:xfrm xmlns:a="http://schemas.openxmlformats.org/drawingml/2006/main">
            <a:off x="3238500" y="5673471"/>
            <a:ext cx="66675" cy="64008"/>
          </a:xfrm>
          <a:custGeom xmlns:a="http://schemas.openxmlformats.org/drawingml/2006/main">
            <a:pathLst>
              <a:path w="66675" h="64008">
                <a:moveTo>
                  <a:pt x="66675" y="32004"/>
                </a:moveTo>
                <a:lnTo>
                  <a:pt x="0" y="64008"/>
                </a:lnTo>
                <a:lnTo>
                  <a:pt x="0" y="0"/>
                </a:lnTo>
                <a:close/>
              </a:path>
            </a:pathLst>
          </a:custGeom>
          <a:solidFill xmlns:a="http://schemas.openxmlformats.org/drawingml/2006/main">
            <a:srgbClr val="8B9CA6"/>
          </a:solidFill>
          <a:ln xmlns:a="http://schemas.openxmlformats.org/drawingml/2006/main" w="0">
            <a:solidFill>
              <a:srgbClr val="8B9CA6"/>
            </a:solidFill>
            <a:prstDash val="solid"/>
          </a:ln>
        </p:spPr>
      </p:sp>
      <p:sp>
        <p:nvSpPr>
          <p:cNvPr id="130" name="warm-up-state-284">
            <a:extLst xmlns:a="http://schemas.openxmlformats.org/drawingml/2006/main">
              <a:ext uri="{FF2B5EF4-FFF2-40B4-BE49-F238E27FC236}">
                <a16:creationId xmlns:a16="http://schemas.microsoft.com/office/drawing/2014/main" id="{75AF0187-AF09-446A-85D5-FC9A0A07CE54}"/>
              </a:ext>
            </a:extLst>
          </p:cNvPr>
          <p:cNvSpPr>
            <a:spLocks xmlns:a="http://schemas.openxmlformats.org/drawingml/2006/main" noGrp="1"/>
          </p:cNvSpPr>
          <p:nvPr/>
        </p:nvSpPr>
        <p:spPr>
          <a:xfrm xmlns:a="http://schemas.openxmlformats.org/drawingml/2006/main">
            <a:off x="3343275" y="5553075"/>
            <a:ext cx="9810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0">
                <a:solidFill>
                  <a:srgbClr val="25333D"/>
                </a:solidFill>
                <a:latin typeface="STIX Two Math"/>
                <a:ea typeface="STIX Two Math"/>
                <a:cs typeface="STIX Two Math"/>
              </a:defRPr>
            </a:pPr>
            <a:r>
              <a:rPr sz="2250" b="0">
                <a:solidFill>
                  <a:srgbClr val="25333D"/>
                </a:solidFill>
                <a:latin typeface="STIX Two Math"/>
                <a:ea typeface="STIX Two Math"/>
                <a:cs typeface="STIX Two Math"/>
              </a:rPr>
              <a:t>z</a:t>
            </a:r>
          </a:p>
        </p:txBody>
      </p:sp>
      <p:sp>
        <p:nvSpPr>
          <p:cNvPr id="131" name="warm-up-start-285">
            <a:extLst xmlns:a="http://schemas.openxmlformats.org/drawingml/2006/main">
              <a:ext uri="{FF2B5EF4-FFF2-40B4-BE49-F238E27FC236}">
                <a16:creationId xmlns:a16="http://schemas.microsoft.com/office/drawing/2014/main" id="{F08E6AEA-09CA-44A6-BD16-202EC72EFAAE}"/>
              </a:ext>
            </a:extLst>
          </p:cNvPr>
          <p:cNvSpPr>
            <a:spLocks xmlns:a="http://schemas.openxmlformats.org/drawingml/2006/main" noGrp="1"/>
          </p:cNvSpPr>
          <p:nvPr/>
        </p:nvSpPr>
        <p:spPr>
          <a:xfrm xmlns:a="http://schemas.openxmlformats.org/drawingml/2006/main">
            <a:off x="647700" y="5905500"/>
            <a:ext cx="37433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61737E"/>
                </a:solidFill>
                <a:latin typeface="Arial"/>
                <a:ea typeface="Arial"/>
                <a:cs typeface="Arial"/>
              </a:defRPr>
            </a:pPr>
            <a:r>
              <a:rPr sz="1650" b="0">
                <a:solidFill>
                  <a:srgbClr val="61737E"/>
                </a:solidFill>
                <a:latin typeface="Arial"/>
                <a:ea typeface="Arial"/>
                <a:cs typeface="Arial"/>
              </a:rPr>
              <a:t>Begin at the last warm-up sample</a:t>
            </a:r>
          </a:p>
        </p:txBody>
      </p:sp>
      <p:sp>
        <p:nvSpPr>
          <p:cNvPr id="132" name="latent-coordinates-note-286">
            <a:extLst xmlns:a="http://schemas.openxmlformats.org/drawingml/2006/main">
              <a:ext uri="{FF2B5EF4-FFF2-40B4-BE49-F238E27FC236}">
                <a16:creationId xmlns:a16="http://schemas.microsoft.com/office/drawing/2014/main" id="{78AD7B54-BE77-4D64-AB88-88C56D0B3E44}"/>
              </a:ext>
            </a:extLst>
          </p:cNvPr>
          <p:cNvSpPr>
            <a:spLocks xmlns:a="http://schemas.openxmlformats.org/drawingml/2006/main" noGrp="1"/>
          </p:cNvSpPr>
          <p:nvPr/>
        </p:nvSpPr>
        <p:spPr>
          <a:xfrm xmlns:a="http://schemas.openxmlformats.org/drawingml/2006/main">
            <a:off x="5238750" y="6257925"/>
            <a:ext cx="5219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61737E"/>
                </a:solidFill>
                <a:latin typeface="STIX Two Math"/>
                <a:ea typeface="STIX Two Math"/>
                <a:cs typeface="STIX Two Math"/>
              </a:defRPr>
            </a:pPr>
            <a:r>
              <a:rPr sz="1650" b="0">
                <a:solidFill>
                  <a:srgbClr val="61737E"/>
                </a:solidFill>
                <a:latin typeface="STIX Two Math"/>
                <a:ea typeface="STIX Two Math"/>
                <a:cs typeface="STIX Two Math"/>
              </a:rPr>
              <a:t>z = [q, v], q and v ∈ ℝ¹⁶; primes denote d/dτ</a:t>
            </a:r>
          </a:p>
        </p:txBody>
      </p:sp>
      <p:sp>
        <p:nvSpPr>
          <p:cNvPr id="133" name="residual-dependence-note-287">
            <a:extLst xmlns:a="http://schemas.openxmlformats.org/drawingml/2006/main">
              <a:ext uri="{FF2B5EF4-FFF2-40B4-BE49-F238E27FC236}">
                <a16:creationId xmlns:a16="http://schemas.microsoft.com/office/drawing/2014/main" id="{1E29EF7A-D58E-4FC3-A5B5-3956BE81D083}"/>
              </a:ext>
            </a:extLst>
          </p:cNvPr>
          <p:cNvSpPr>
            <a:spLocks xmlns:a="http://schemas.openxmlformats.org/drawingml/2006/main" noGrp="1"/>
          </p:cNvSpPr>
          <p:nvPr/>
        </p:nvSpPr>
        <p:spPr>
          <a:xfrm xmlns:a="http://schemas.openxmlformats.org/drawingml/2006/main">
            <a:off x="5600700" y="6724650"/>
            <a:ext cx="4552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0">
                <a:solidFill>
                  <a:srgbClr val="CD725D"/>
                </a:solidFill>
                <a:latin typeface="STIX Two Math"/>
                <a:ea typeface="STIX Two Math"/>
                <a:cs typeface="STIX Two Math"/>
              </a:defRPr>
            </a:pPr>
            <a:r>
              <a:rPr sz="1875" b="0">
                <a:solidFill>
                  <a:srgbClr val="CD725D"/>
                </a:solidFill>
                <a:latin typeface="STIX Two Math"/>
                <a:ea typeface="STIX Two Math"/>
                <a:cs typeface="STIX Two Math"/>
              </a:rPr>
              <a:t>r = MLP(q, v, h, τ)</a:t>
            </a:r>
          </a:p>
        </p:txBody>
      </p:sp>
      <p:sp>
        <p:nvSpPr>
          <p:cNvPr id="134" name="training-loss-288">
            <a:extLst xmlns:a="http://schemas.openxmlformats.org/drawingml/2006/main">
              <a:ext uri="{FF2B5EF4-FFF2-40B4-BE49-F238E27FC236}">
                <a16:creationId xmlns:a16="http://schemas.microsoft.com/office/drawing/2014/main" id="{935A34FB-D6DC-4348-90F7-F77BFC75EBD5}"/>
              </a:ext>
            </a:extLst>
          </p:cNvPr>
          <p:cNvSpPr>
            <a:spLocks xmlns:a="http://schemas.openxmlformats.org/drawingml/2006/main" noGrp="1"/>
          </p:cNvSpPr>
          <p:nvPr/>
        </p:nvSpPr>
        <p:spPr>
          <a:xfrm xmlns:a="http://schemas.openxmlformats.org/drawingml/2006/main">
            <a:off x="5238750" y="7239000"/>
            <a:ext cx="5219700" cy="838200"/>
          </a:xfrm>
          <a:prstGeom xmlns:a="http://schemas.openxmlformats.org/drawingml/2006/main" prst="rect">
            <a:avLst/>
          </a:prstGeom>
          <a:solidFill xmlns:a="http://schemas.openxmlformats.org/drawingml/2006/main">
            <a:srgbClr val="FFFFFF"/>
          </a:solidFill>
          <a:ln xmlns:a="http://schemas.openxmlformats.org/drawingml/2006/main" w="13335">
            <a:solidFill>
              <a:srgbClr val="CD725D"/>
            </a:solidFill>
            <a:prstDash val="dash"/>
          </a:ln>
        </p:spPr>
      </p:sp>
      <p:sp>
        <p:nvSpPr>
          <p:cNvPr id="135" name="training-loss-equation-289">
            <a:extLst xmlns:a="http://schemas.openxmlformats.org/drawingml/2006/main">
              <a:ext uri="{FF2B5EF4-FFF2-40B4-BE49-F238E27FC236}">
                <a16:creationId xmlns:a16="http://schemas.microsoft.com/office/drawing/2014/main" id="{6B6E6A92-26C5-4D83-B609-1040F49A790A}"/>
              </a:ext>
            </a:extLst>
          </p:cNvPr>
          <p:cNvSpPr>
            <a:spLocks xmlns:a="http://schemas.openxmlformats.org/drawingml/2006/main" noGrp="1"/>
          </p:cNvSpPr>
          <p:nvPr/>
        </p:nvSpPr>
        <p:spPr>
          <a:xfrm xmlns:a="http://schemas.openxmlformats.org/drawingml/2006/main">
            <a:off x="5391150" y="7343775"/>
            <a:ext cx="4914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25333D"/>
                </a:solidFill>
                <a:latin typeface="Arial"/>
                <a:ea typeface="Arial"/>
                <a:cs typeface="Arial"/>
              </a:defRPr>
            </a:pPr>
            <a:r>
              <a:rPr sz="1800" b="0">
                <a:solidFill>
                  <a:srgbClr val="25333D"/>
                </a:solidFill>
                <a:latin typeface="Arial"/>
                <a:ea typeface="Arial"/>
                <a:cs typeface="Arial"/>
              </a:rPr>
              <a:t>Loss = standardized force MSE + λ R</a:t>
            </a:r>
          </a:p>
        </p:txBody>
      </p:sp>
      <p:sp>
        <p:nvSpPr>
          <p:cNvPr id="136" name="training-loss-details-290">
            <a:extLst xmlns:a="http://schemas.openxmlformats.org/drawingml/2006/main">
              <a:ext uri="{FF2B5EF4-FFF2-40B4-BE49-F238E27FC236}">
                <a16:creationId xmlns:a16="http://schemas.microsoft.com/office/drawing/2014/main" id="{6668A6B8-FB44-4A4D-B805-84C706B1D21C}"/>
              </a:ext>
            </a:extLst>
          </p:cNvPr>
          <p:cNvSpPr>
            <a:spLocks xmlns:a="http://schemas.openxmlformats.org/drawingml/2006/main" noGrp="1"/>
          </p:cNvSpPr>
          <p:nvPr/>
        </p:nvSpPr>
        <p:spPr>
          <a:xfrm xmlns:a="http://schemas.openxmlformats.org/drawingml/2006/main">
            <a:off x="5391150" y="7705725"/>
            <a:ext cx="4914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CD725D"/>
                </a:solidFill>
                <a:latin typeface="Arial"/>
                <a:ea typeface="Arial"/>
                <a:cs typeface="Arial"/>
              </a:defRPr>
            </a:pPr>
            <a:r>
              <a:rPr sz="1650" b="0">
                <a:solidFill>
                  <a:srgbClr val="CD725D"/>
                </a:solidFill>
                <a:latin typeface="Arial"/>
                <a:ea typeface="Arial"/>
                <a:cs typeface="Arial"/>
              </a:rPr>
              <a:t>R = mean ‖r‖² over windows and evolved times</a:t>
            </a:r>
          </a:p>
        </p:txBody>
      </p:sp>
      <p:sp>
        <p:nvSpPr>
          <p:cNvPr id="137" name="reference-label-for-loss-291">
            <a:extLst xmlns:a="http://schemas.openxmlformats.org/drawingml/2006/main">
              <a:ext uri="{FF2B5EF4-FFF2-40B4-BE49-F238E27FC236}">
                <a16:creationId xmlns:a16="http://schemas.microsoft.com/office/drawing/2014/main" id="{C78C4980-0446-4FE3-A8B0-6525ADC39FFC}"/>
              </a:ext>
            </a:extLst>
          </p:cNvPr>
          <p:cNvSpPr>
            <a:spLocks xmlns:a="http://schemas.openxmlformats.org/drawingml/2006/main" noGrp="1"/>
          </p:cNvSpPr>
          <p:nvPr/>
        </p:nvSpPr>
        <p:spPr>
          <a:xfrm xmlns:a="http://schemas.openxmlformats.org/drawingml/2006/main">
            <a:off x="2714625" y="7305675"/>
            <a:ext cx="223837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CD725D"/>
                </a:solidFill>
                <a:latin typeface="Arial"/>
                <a:ea typeface="Arial"/>
                <a:cs typeface="Arial"/>
              </a:defRPr>
            </a:pPr>
            <a:r>
              <a:rPr sz="1800" b="0">
                <a:solidFill>
                  <a:srgbClr val="CD725D"/>
                </a:solidFill>
                <a:latin typeface="Arial"/>
                <a:ea typeface="Arial"/>
                <a:cs typeface="Arial"/>
              </a:rPr>
              <a:t>Standardized</a:t>
            </a:r>
          </a:p>
          <a:p xmlns:a="http://schemas.openxmlformats.org/drawingml/2006/main">
            <a:pPr algn="ctr">
              <a:defRPr sz="1800" b="0">
                <a:solidFill>
                  <a:srgbClr val="CD725D"/>
                </a:solidFill>
                <a:latin typeface="Arial"/>
                <a:ea typeface="Arial"/>
                <a:cs typeface="Arial"/>
              </a:defRPr>
            </a:pPr>
            <a:r>
              <a:rPr sz="1800" b="0">
                <a:solidFill>
                  <a:srgbClr val="CD725D"/>
                </a:solidFill>
                <a:latin typeface="Arial"/>
                <a:ea typeface="Arial"/>
                <a:cs typeface="Arial"/>
              </a:rPr>
              <a:t>reference force F̃ₘ</a:t>
            </a:r>
          </a:p>
        </p:txBody>
      </p:sp>
      <p:sp>
        <p:nvSpPr>
          <p:cNvPr id="138" name="reference-to-loss-292">
            <a:extLst xmlns:a="http://schemas.openxmlformats.org/drawingml/2006/main">
              <a:ext uri="{FF2B5EF4-FFF2-40B4-BE49-F238E27FC236}">
                <a16:creationId xmlns:a16="http://schemas.microsoft.com/office/drawing/2014/main" id="{9DF68BF4-BAEC-4951-BC09-63DC93DCAD5E}"/>
              </a:ext>
            </a:extLst>
          </p:cNvPr>
          <p:cNvSpPr>
            <a:spLocks xmlns:a="http://schemas.openxmlformats.org/drawingml/2006/main" noGrp="1"/>
          </p:cNvSpPr>
          <p:nvPr/>
        </p:nvSpPr>
        <p:spPr>
          <a:xfrm xmlns:a="http://schemas.openxmlformats.org/drawingml/2006/main">
            <a:off x="4857750" y="7648575"/>
            <a:ext cx="381000" cy="953"/>
          </a:xfrm>
          <a:custGeom xmlns:a="http://schemas.openxmlformats.org/drawingml/2006/main">
            <a:pathLst>
              <a:path w="381000" h="953">
                <a:moveTo>
                  <a:pt x="0" y="0"/>
                </a:moveTo>
                <a:lnTo>
                  <a:pt x="381000" y="0"/>
                </a:lnTo>
              </a:path>
            </a:pathLst>
          </a:custGeom>
          <a:noFill xmlns:a="http://schemas.openxmlformats.org/drawingml/2006/main"/>
          <a:ln xmlns:a="http://schemas.openxmlformats.org/drawingml/2006/main" w="18098">
            <a:solidFill>
              <a:srgbClr val="CD725D"/>
            </a:solidFill>
            <a:prstDash val="dash"/>
          </a:ln>
        </p:spPr>
      </p:sp>
      <p:sp>
        <p:nvSpPr>
          <p:cNvPr id="139" name="reference-to-loss-arrowhead-293">
            <a:extLst xmlns:a="http://schemas.openxmlformats.org/drawingml/2006/main">
              <a:ext uri="{FF2B5EF4-FFF2-40B4-BE49-F238E27FC236}">
                <a16:creationId xmlns:a16="http://schemas.microsoft.com/office/drawing/2014/main" id="{59EDB50A-753A-413C-897D-42CDB1895466}"/>
              </a:ext>
            </a:extLst>
          </p:cNvPr>
          <p:cNvSpPr>
            <a:spLocks xmlns:a="http://schemas.openxmlformats.org/drawingml/2006/main" noGrp="1"/>
          </p:cNvSpPr>
          <p:nvPr/>
        </p:nvSpPr>
        <p:spPr>
          <a:xfrm xmlns:a="http://schemas.openxmlformats.org/drawingml/2006/main">
            <a:off x="5162550" y="7611999"/>
            <a:ext cx="76200" cy="73152"/>
          </a:xfrm>
          <a:custGeom xmlns:a="http://schemas.openxmlformats.org/drawingml/2006/main">
            <a:pathLst>
              <a:path w="76200" h="73152">
                <a:moveTo>
                  <a:pt x="76200" y="36576"/>
                </a:moveTo>
                <a:lnTo>
                  <a:pt x="0" y="73152"/>
                </a:lnTo>
                <a:lnTo>
                  <a:pt x="0" y="0"/>
                </a:lnTo>
                <a:close/>
              </a:path>
            </a:pathLst>
          </a:custGeom>
          <a:solidFill xmlns:a="http://schemas.openxmlformats.org/drawingml/2006/main">
            <a:srgbClr val="CD725D"/>
          </a:solidFill>
          <a:ln xmlns:a="http://schemas.openxmlformats.org/drawingml/2006/main" w="0">
            <a:solidFill>
              <a:srgbClr val="CD725D"/>
            </a:solidFill>
            <a:prstDash val="solid"/>
          </a:ln>
        </p:spPr>
      </p:sp>
      <p:sp>
        <p:nvSpPr>
          <p:cNvPr id="140" name="residual-to-loss-294">
            <a:extLst xmlns:a="http://schemas.openxmlformats.org/drawingml/2006/main">
              <a:ext uri="{FF2B5EF4-FFF2-40B4-BE49-F238E27FC236}">
                <a16:creationId xmlns:a16="http://schemas.microsoft.com/office/drawing/2014/main" id="{B424654F-164B-4ACC-8AEF-4AA4E7B00B6F}"/>
              </a:ext>
            </a:extLst>
          </p:cNvPr>
          <p:cNvSpPr>
            <a:spLocks xmlns:a="http://schemas.openxmlformats.org/drawingml/2006/main" noGrp="1"/>
          </p:cNvSpPr>
          <p:nvPr/>
        </p:nvSpPr>
        <p:spPr>
          <a:xfrm xmlns:a="http://schemas.openxmlformats.org/drawingml/2006/main">
            <a:off x="7848600" y="7029450"/>
            <a:ext cx="953" cy="209550"/>
          </a:xfrm>
          <a:custGeom xmlns:a="http://schemas.openxmlformats.org/drawingml/2006/main">
            <a:pathLst>
              <a:path w="953" h="209550">
                <a:moveTo>
                  <a:pt x="0" y="0"/>
                </a:moveTo>
                <a:lnTo>
                  <a:pt x="0" y="209550"/>
                </a:lnTo>
              </a:path>
            </a:pathLst>
          </a:custGeom>
          <a:noFill xmlns:a="http://schemas.openxmlformats.org/drawingml/2006/main"/>
          <a:ln xmlns:a="http://schemas.openxmlformats.org/drawingml/2006/main" w="18098">
            <a:solidFill>
              <a:srgbClr val="CD725D"/>
            </a:solidFill>
            <a:prstDash val="dash"/>
          </a:ln>
        </p:spPr>
      </p:sp>
      <p:sp>
        <p:nvSpPr>
          <p:cNvPr id="141" name="residual-to-loss-arrowhead-295">
            <a:extLst xmlns:a="http://schemas.openxmlformats.org/drawingml/2006/main">
              <a:ext uri="{FF2B5EF4-FFF2-40B4-BE49-F238E27FC236}">
                <a16:creationId xmlns:a16="http://schemas.microsoft.com/office/drawing/2014/main" id="{AF6C56CD-6A1F-49EE-B841-5F09D28353B2}"/>
              </a:ext>
            </a:extLst>
          </p:cNvPr>
          <p:cNvSpPr>
            <a:spLocks xmlns:a="http://schemas.openxmlformats.org/drawingml/2006/main" noGrp="1"/>
          </p:cNvSpPr>
          <p:nvPr/>
        </p:nvSpPr>
        <p:spPr>
          <a:xfrm xmlns:a="http://schemas.openxmlformats.org/drawingml/2006/main">
            <a:off x="7812024" y="7162800"/>
            <a:ext cx="73152" cy="76200"/>
          </a:xfrm>
          <a:custGeom xmlns:a="http://schemas.openxmlformats.org/drawingml/2006/main">
            <a:pathLst>
              <a:path w="73152" h="76200">
                <a:moveTo>
                  <a:pt x="36576" y="76200"/>
                </a:moveTo>
                <a:lnTo>
                  <a:pt x="0" y="0"/>
                </a:lnTo>
                <a:lnTo>
                  <a:pt x="73152" y="0"/>
                </a:lnTo>
                <a:close/>
              </a:path>
            </a:pathLst>
          </a:custGeom>
          <a:solidFill xmlns:a="http://schemas.openxmlformats.org/drawingml/2006/main">
            <a:srgbClr val="CD725D"/>
          </a:solidFill>
          <a:ln xmlns:a="http://schemas.openxmlformats.org/drawingml/2006/main" w="0">
            <a:solidFill>
              <a:srgbClr val="CD725D"/>
            </a:solidFill>
            <a:prstDash val="solid"/>
          </a:ln>
        </p:spPr>
      </p:sp>
      <p:sp>
        <p:nvSpPr>
          <p:cNvPr id="142" name="readout-to-loss-296">
            <a:extLst xmlns:a="http://schemas.openxmlformats.org/drawingml/2006/main">
              <a:ext uri="{FF2B5EF4-FFF2-40B4-BE49-F238E27FC236}">
                <a16:creationId xmlns:a16="http://schemas.microsoft.com/office/drawing/2014/main" id="{CA740FBB-BEE3-4AEE-898A-226507C76CB9}"/>
              </a:ext>
            </a:extLst>
          </p:cNvPr>
          <p:cNvSpPr>
            <a:spLocks xmlns:a="http://schemas.openxmlformats.org/drawingml/2006/main" noGrp="1"/>
          </p:cNvSpPr>
          <p:nvPr/>
        </p:nvSpPr>
        <p:spPr>
          <a:xfrm xmlns:a="http://schemas.openxmlformats.org/drawingml/2006/main">
            <a:off x="10458450" y="5324475"/>
            <a:ext cx="1924050" cy="2333625"/>
          </a:xfrm>
          <a:custGeom xmlns:a="http://schemas.openxmlformats.org/drawingml/2006/main">
            <a:pathLst>
              <a:path w="1924050" h="2333625">
                <a:moveTo>
                  <a:pt x="1924050" y="0"/>
                </a:moveTo>
                <a:lnTo>
                  <a:pt x="581025" y="0"/>
                </a:lnTo>
                <a:lnTo>
                  <a:pt x="581025" y="2333625"/>
                </a:lnTo>
                <a:lnTo>
                  <a:pt x="0" y="2333625"/>
                </a:lnTo>
              </a:path>
            </a:pathLst>
          </a:custGeom>
          <a:noFill xmlns:a="http://schemas.openxmlformats.org/drawingml/2006/main"/>
          <a:ln xmlns:a="http://schemas.openxmlformats.org/drawingml/2006/main" w="18098">
            <a:solidFill>
              <a:srgbClr val="CD725D"/>
            </a:solidFill>
            <a:prstDash val="dash"/>
          </a:ln>
        </p:spPr>
      </p:sp>
      <p:sp>
        <p:nvSpPr>
          <p:cNvPr id="143" name="readout-to-loss-arrowhead-297">
            <a:extLst xmlns:a="http://schemas.openxmlformats.org/drawingml/2006/main">
              <a:ext uri="{FF2B5EF4-FFF2-40B4-BE49-F238E27FC236}">
                <a16:creationId xmlns:a16="http://schemas.microsoft.com/office/drawing/2014/main" id="{F7009787-461F-4D74-B160-C0D9B846774F}"/>
              </a:ext>
            </a:extLst>
          </p:cNvPr>
          <p:cNvSpPr>
            <a:spLocks xmlns:a="http://schemas.openxmlformats.org/drawingml/2006/main" noGrp="1"/>
          </p:cNvSpPr>
          <p:nvPr/>
        </p:nvSpPr>
        <p:spPr>
          <a:xfrm xmlns:a="http://schemas.openxmlformats.org/drawingml/2006/main">
            <a:off x="10458450" y="7621524"/>
            <a:ext cx="76200" cy="73152"/>
          </a:xfrm>
          <a:custGeom xmlns:a="http://schemas.openxmlformats.org/drawingml/2006/main">
            <a:pathLst>
              <a:path w="76200" h="73152">
                <a:moveTo>
                  <a:pt x="0" y="36576"/>
                </a:moveTo>
                <a:lnTo>
                  <a:pt x="76200" y="0"/>
                </a:lnTo>
                <a:lnTo>
                  <a:pt x="76200" y="73152"/>
                </a:lnTo>
                <a:close/>
              </a:path>
            </a:pathLst>
          </a:custGeom>
          <a:solidFill xmlns:a="http://schemas.openxmlformats.org/drawingml/2006/main">
            <a:srgbClr val="CD725D"/>
          </a:solidFill>
          <a:ln xmlns:a="http://schemas.openxmlformats.org/drawingml/2006/main" w="0">
            <a:solidFill>
              <a:srgbClr val="CD725D"/>
            </a:solidFill>
            <a:prstDash val="solid"/>
          </a:ln>
        </p:spPr>
      </p:sp>
      <p:sp>
        <p:nvSpPr>
          <p:cNvPr id="144" name="training-optimization-note-298">
            <a:extLst xmlns:a="http://schemas.openxmlformats.org/drawingml/2006/main">
              <a:ext uri="{FF2B5EF4-FFF2-40B4-BE49-F238E27FC236}">
                <a16:creationId xmlns:a16="http://schemas.microsoft.com/office/drawing/2014/main" id="{E4861D07-0B6A-4CB6-9BBD-C59580344C54}"/>
              </a:ext>
            </a:extLst>
          </p:cNvPr>
          <p:cNvSpPr>
            <a:spLocks xmlns:a="http://schemas.openxmlformats.org/drawingml/2006/main" noGrp="1"/>
          </p:cNvSpPr>
          <p:nvPr/>
        </p:nvSpPr>
        <p:spPr>
          <a:xfrm xmlns:a="http://schemas.openxmlformats.org/drawingml/2006/main">
            <a:off x="5162550" y="8153400"/>
            <a:ext cx="53530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61737E"/>
                </a:solidFill>
                <a:latin typeface="Arial"/>
                <a:ea typeface="Arial"/>
                <a:cs typeface="Arial"/>
              </a:defRPr>
            </a:pPr>
            <a:r>
              <a:rPr sz="1650" b="0">
                <a:solidFill>
                  <a:srgbClr val="61737E"/>
                </a:solidFill>
                <a:latin typeface="Arial"/>
                <a:ea typeface="Arial"/>
                <a:cs typeface="Arial"/>
              </a:rPr>
              <a:t>Final-target supervision with autograd + Adam</a:t>
            </a:r>
          </a:p>
        </p:txBody>
      </p:sp>
      <p:sp>
        <p:nvSpPr>
          <p:cNvPr id="145" name="inference-legend-299">
            <a:extLst xmlns:a="http://schemas.openxmlformats.org/drawingml/2006/main">
              <a:ext uri="{FF2B5EF4-FFF2-40B4-BE49-F238E27FC236}">
                <a16:creationId xmlns:a16="http://schemas.microsoft.com/office/drawing/2014/main" id="{683B46D8-EC47-4433-BBCB-336588D2D0C5}"/>
              </a:ext>
            </a:extLst>
          </p:cNvPr>
          <p:cNvSpPr>
            <a:spLocks xmlns:a="http://schemas.openxmlformats.org/drawingml/2006/main" noGrp="1"/>
          </p:cNvSpPr>
          <p:nvPr/>
        </p:nvSpPr>
        <p:spPr>
          <a:xfrm xmlns:a="http://schemas.openxmlformats.org/drawingml/2006/main">
            <a:off x="619125" y="7153275"/>
            <a:ext cx="323850" cy="953"/>
          </a:xfrm>
          <a:custGeom xmlns:a="http://schemas.openxmlformats.org/drawingml/2006/main">
            <a:pathLst>
              <a:path w="323850" h="953">
                <a:moveTo>
                  <a:pt x="0" y="0"/>
                </a:moveTo>
                <a:lnTo>
                  <a:pt x="323850" y="0"/>
                </a:lnTo>
              </a:path>
            </a:pathLst>
          </a:custGeom>
          <a:noFill xmlns:a="http://schemas.openxmlformats.org/drawingml/2006/main"/>
          <a:ln xmlns:a="http://schemas.openxmlformats.org/drawingml/2006/main" w="20955">
            <a:solidFill>
              <a:srgbClr val="347DA9"/>
            </a:solidFill>
            <a:prstDash val="solid"/>
          </a:ln>
        </p:spPr>
      </p:sp>
      <p:sp>
        <p:nvSpPr>
          <p:cNvPr id="146" name="inference-legend-text-300">
            <a:extLst xmlns:a="http://schemas.openxmlformats.org/drawingml/2006/main">
              <a:ext uri="{FF2B5EF4-FFF2-40B4-BE49-F238E27FC236}">
                <a16:creationId xmlns:a16="http://schemas.microsoft.com/office/drawing/2014/main" id="{88C3592A-EC15-4F90-9425-7F357B7BF56B}"/>
              </a:ext>
            </a:extLst>
          </p:cNvPr>
          <p:cNvSpPr>
            <a:spLocks xmlns:a="http://schemas.openxmlformats.org/drawingml/2006/main" noGrp="1"/>
          </p:cNvSpPr>
          <p:nvPr/>
        </p:nvSpPr>
        <p:spPr>
          <a:xfrm xmlns:a="http://schemas.openxmlformats.org/drawingml/2006/main">
            <a:off x="1057275" y="7019925"/>
            <a:ext cx="12763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61737E"/>
                </a:solidFill>
                <a:latin typeface="Arial"/>
                <a:ea typeface="Arial"/>
                <a:cs typeface="Arial"/>
              </a:defRPr>
            </a:pPr>
            <a:r>
              <a:rPr sz="1575" b="0">
                <a:solidFill>
                  <a:srgbClr val="61737E"/>
                </a:solidFill>
                <a:latin typeface="Arial"/>
                <a:ea typeface="Arial"/>
                <a:cs typeface="Arial"/>
              </a:rPr>
              <a:t>Inference</a:t>
            </a:r>
          </a:p>
        </p:txBody>
      </p:sp>
      <p:sp>
        <p:nvSpPr>
          <p:cNvPr id="147" name="training-legend-301">
            <a:extLst xmlns:a="http://schemas.openxmlformats.org/drawingml/2006/main">
              <a:ext uri="{FF2B5EF4-FFF2-40B4-BE49-F238E27FC236}">
                <a16:creationId xmlns:a16="http://schemas.microsoft.com/office/drawing/2014/main" id="{6A9297FC-1D96-4D32-8731-189C4D0AB3D8}"/>
              </a:ext>
            </a:extLst>
          </p:cNvPr>
          <p:cNvSpPr>
            <a:spLocks xmlns:a="http://schemas.openxmlformats.org/drawingml/2006/main" noGrp="1"/>
          </p:cNvSpPr>
          <p:nvPr/>
        </p:nvSpPr>
        <p:spPr>
          <a:xfrm xmlns:a="http://schemas.openxmlformats.org/drawingml/2006/main">
            <a:off x="619125" y="7534275"/>
            <a:ext cx="323850" cy="953"/>
          </a:xfrm>
          <a:custGeom xmlns:a="http://schemas.openxmlformats.org/drawingml/2006/main">
            <a:pathLst>
              <a:path w="323850" h="953">
                <a:moveTo>
                  <a:pt x="0" y="0"/>
                </a:moveTo>
                <a:lnTo>
                  <a:pt x="323850" y="0"/>
                </a:lnTo>
              </a:path>
            </a:pathLst>
          </a:custGeom>
          <a:noFill xmlns:a="http://schemas.openxmlformats.org/drawingml/2006/main"/>
          <a:ln xmlns:a="http://schemas.openxmlformats.org/drawingml/2006/main" w="19050">
            <a:solidFill>
              <a:srgbClr val="CD725D"/>
            </a:solidFill>
            <a:prstDash val="dash"/>
          </a:ln>
        </p:spPr>
      </p:sp>
      <p:sp>
        <p:nvSpPr>
          <p:cNvPr id="148" name="training-legend-text-302">
            <a:extLst xmlns:a="http://schemas.openxmlformats.org/drawingml/2006/main">
              <a:ext uri="{FF2B5EF4-FFF2-40B4-BE49-F238E27FC236}">
                <a16:creationId xmlns:a16="http://schemas.microsoft.com/office/drawing/2014/main" id="{88A8AF4D-493A-4181-BFFB-4CB709DBC6B2}"/>
              </a:ext>
            </a:extLst>
          </p:cNvPr>
          <p:cNvSpPr>
            <a:spLocks xmlns:a="http://schemas.openxmlformats.org/drawingml/2006/main" noGrp="1"/>
          </p:cNvSpPr>
          <p:nvPr/>
        </p:nvSpPr>
        <p:spPr>
          <a:xfrm xmlns:a="http://schemas.openxmlformats.org/drawingml/2006/main">
            <a:off x="1057275" y="7400925"/>
            <a:ext cx="12763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61737E"/>
                </a:solidFill>
                <a:latin typeface="Arial"/>
                <a:ea typeface="Arial"/>
                <a:cs typeface="Arial"/>
              </a:defRPr>
            </a:pPr>
            <a:r>
              <a:rPr sz="1575" b="0">
                <a:solidFill>
                  <a:srgbClr val="61737E"/>
                </a:solidFill>
                <a:latin typeface="Arial"/>
                <a:ea typeface="Arial"/>
                <a:cs typeface="Arial"/>
              </a:rPr>
              <a:t>Training</a:t>
            </a:r>
          </a:p>
        </p:txBody>
      </p:sp>
    </p:spTree>
    <p:extLst>
      <p:ext uri="{BB962C8B-B14F-4D97-AF65-F5344CB8AC3E}">
        <p14:creationId xmlns:p14="http://schemas.microsoft.com/office/powerpoint/2010/main" val="10725980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2026-09-24T18:53:09.3690000Z</dcterms:created>
  <dcterms:modified xsi:type="dcterms:W3CDTF">2026-09-24T18:53:09.3690000Z</dcterms:modified>
</coreProperties>
</file>