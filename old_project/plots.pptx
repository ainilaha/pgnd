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DE2B-C473-BE0E-0EBA-5894423CE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ECE4D-1D11-3482-0942-35CCE7B6F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10FF4-E743-8D85-D438-2972C8EC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E1497-913F-E9D3-0A90-76069EC1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F3C72-D3AF-4E64-D399-3177CF55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8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3DCD-AB7D-E57D-3F42-3D538B0E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C9D86-2F8A-51C4-9167-3C50215D5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48AB8-4619-DDC1-AD26-719B7CCB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6C901-52D2-9D35-1762-D9C840675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EE6B5-9C74-67E0-C286-8DC3335A1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9815-479F-6822-7170-55BDBC88A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F7650-7022-EEDC-8AAC-74340C453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C4110-0F0D-7C2F-B57D-1B93AACF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913B7-11D9-18EC-2C92-2E0241235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55029-595F-5E74-B316-F5117B27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2FD73-BB74-9560-4798-07238494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A1CE9-36FA-A42B-0456-F64CD9700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4A6BC-0485-8065-085D-D5E79E7F7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3DD5C-EF00-4C2B-9384-6F60AA2B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7A02C-DB9D-E0C8-460F-BD025839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81594-4D66-497D-57A3-78BDA5F1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6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FFB2-5718-9742-B08A-99F71EADD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2D1D3-F0A8-D742-B91F-3DF4C119D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5E453-07EB-6E82-6711-BE9C2010B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4AE9B-ED6C-C82D-E895-668C984B4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5BB9B-595F-BA5E-2421-A82F893DF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82CC6D-852C-CA39-3CAC-452CC895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4E77E-D536-FA85-3CF2-B46CAB054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943CD-A1F3-0548-7042-C4DE4DD0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5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77CA1-8FAA-0842-A3FD-3E003D9B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62F0C-158D-A326-BD6A-4128BBDE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59876-4C51-0656-3EBE-E416F629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AB98B-E4B5-4649-60A6-57BFF8A6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1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A0FA6-7E2A-D3FB-8EEE-82027E57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584B2-6141-6A6C-684F-DCBDAA1A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E799B-289C-4280-423F-89EBDEDF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67A8-4256-F6BE-E16D-D3D5DEE88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D5546-BFDE-A235-A28B-78875E97C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E6D92-C4C5-8A06-6497-E05BEA9D3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8BC37-02E8-3D1A-CBBD-BEE3C2B3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DA960-FD98-6CD8-6675-72893587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61E47-33D0-5BAC-9990-FE702DD9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3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463A-DBBD-0C14-64FC-DBDDD4E5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0155E1-3FF0-AEE4-0C5E-DE0C7734D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15602-A239-1683-5F65-AD8576851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CD479-674C-2FFD-B273-891832AE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809C1-4319-D3FE-F7D9-309540CE5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44E76-ABEB-7BA7-10B1-20437BA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82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96BE0-6078-C46F-2C5E-E4062B7B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1692B-CF83-EA1A-F56F-F8C9C8F1F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B25F3-F625-5EF8-8CD2-E033E880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B7A28-1FF1-3C98-FE40-46B0D280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9CFEA-ED50-A680-2289-C6C6940A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74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BF49F-4BB4-72EA-DE3B-CF2D83F641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EF6CE-35FF-B2D4-AEB5-7D695CA30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02F41-F52C-045E-B4B3-22C0F82EB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E3F8D-3C17-FE12-9956-3FAC56F72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CCCFC-0C69-A506-8630-ECE3027A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3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34372A-F4C2-0981-E516-44728615C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19271-DA8E-2B7D-4452-D338A7D20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55225-E66E-A0D7-CEE9-80924D7D7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88426-3C78-EB47-8995-00F14064BE6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364C8-2AD2-C89E-5AF1-A2742E6DD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294D2-EFFB-2006-E981-E1856011D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6235D-48E1-964C-B984-D1B158AA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375A-DAEF-AAA7-ACBB-E367456B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81584" cy="493519"/>
          </a:xfrm>
        </p:spPr>
        <p:txBody>
          <a:bodyPr>
            <a:normAutofit fontScale="90000"/>
          </a:bodyPr>
          <a:lstStyle/>
          <a:p>
            <a:r>
              <a:rPr lang="en-US" dirty="0"/>
              <a:t>F</a:t>
            </a:r>
            <a:r>
              <a:rPr lang="en-US" altLang="zh-CN" dirty="0"/>
              <a:t>igure</a:t>
            </a:r>
            <a:r>
              <a:rPr lang="zh-CN" altLang="en-US" dirty="0"/>
              <a:t> </a:t>
            </a:r>
            <a:r>
              <a:rPr lang="en-US" altLang="zh-CN" dirty="0"/>
              <a:t>1-</a:t>
            </a:r>
            <a:r>
              <a:rPr lang="zh-CN" altLang="en-US" dirty="0"/>
              <a:t> </a:t>
            </a:r>
            <a:r>
              <a:rPr lang="en-US" altLang="zh-CN" dirty="0"/>
              <a:t>Joint</a:t>
            </a:r>
            <a:r>
              <a:rPr lang="zh-CN" altLang="en-US" dirty="0"/>
              <a:t> </a:t>
            </a:r>
            <a:r>
              <a:rPr lang="en-US" altLang="zh-CN" dirty="0"/>
              <a:t>Distribution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F0D090-6E21-C9BF-7738-D1C4F8A26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359" y="1655805"/>
            <a:ext cx="4299847" cy="4139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1AD247-80CD-F630-A255-9EF89D480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819" y="1742300"/>
            <a:ext cx="4183012" cy="4139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39192E-83CB-721F-B8DE-329629BC7D95}"/>
              </a:ext>
            </a:extLst>
          </p:cNvPr>
          <p:cNvSpPr txBox="1"/>
          <p:nvPr/>
        </p:nvSpPr>
        <p:spPr>
          <a:xfrm>
            <a:off x="2040673" y="1655805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73101B-8120-8C82-CC5E-4A5B2FB8A55B}"/>
              </a:ext>
            </a:extLst>
          </p:cNvPr>
          <p:cNvSpPr txBox="1"/>
          <p:nvPr/>
        </p:nvSpPr>
        <p:spPr>
          <a:xfrm>
            <a:off x="6367347" y="166123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03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5381DB-A1D5-5F30-4631-DD2F66D96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56454" cy="2922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A16C5-B3F7-F656-68A3-25692940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454" y="87357"/>
            <a:ext cx="3756453" cy="2835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6E9F03-1FFF-BFD6-661C-BC9CC2649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556" y="53758"/>
            <a:ext cx="3863420" cy="2922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CA4FEB-ECFE-77B8-AAC8-F1277E065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3" y="2922416"/>
            <a:ext cx="3756453" cy="2795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047203-0E43-871D-E4B8-4083BD31C9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106" y="2976174"/>
            <a:ext cx="3759382" cy="2868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84DEC5-F5B2-AC8A-1284-E481CA0BB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0038" y="3009773"/>
            <a:ext cx="3734456" cy="28350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2B8231-E382-4367-EC82-7BC340DF42F3}"/>
              </a:ext>
            </a:extLst>
          </p:cNvPr>
          <p:cNvSpPr txBox="1"/>
          <p:nvPr/>
        </p:nvSpPr>
        <p:spPr>
          <a:xfrm>
            <a:off x="4497859" y="6190735"/>
            <a:ext cx="5544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Examples</a:t>
            </a:r>
            <a:r>
              <a:rPr lang="zh-CN" altLang="en-US" dirty="0"/>
              <a:t> </a:t>
            </a:r>
            <a:r>
              <a:rPr lang="en-US" altLang="zh-CN" dirty="0" err="1"/>
              <a:t>Fre</a:t>
            </a:r>
            <a:r>
              <a:rPr lang="zh-CN" altLang="en-US" dirty="0"/>
              <a:t> </a:t>
            </a:r>
            <a:r>
              <a:rPr lang="en-US" altLang="zh-CN" dirty="0"/>
              <a:t>200,</a:t>
            </a:r>
            <a:r>
              <a:rPr lang="zh-CN" altLang="en-US" dirty="0"/>
              <a:t> </a:t>
            </a:r>
            <a:r>
              <a:rPr lang="en-US" altLang="zh-CN" dirty="0"/>
              <a:t>trained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1-6,</a:t>
            </a:r>
            <a:r>
              <a:rPr lang="zh-CN" altLang="en-US" dirty="0"/>
              <a:t> </a:t>
            </a:r>
            <a:r>
              <a:rPr lang="en-US" altLang="zh-CN" dirty="0"/>
              <a:t>tested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7-8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634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FE8009-8E10-F6A9-2C5D-13B6999F6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60" y="856048"/>
            <a:ext cx="5881571" cy="4333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EF2A83-70EF-51FC-3B88-AA4D0B222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179" y="856049"/>
            <a:ext cx="5641561" cy="433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05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544365-72D7-3A79-7483-158760DC8716}"/>
              </a:ext>
            </a:extLst>
          </p:cNvPr>
          <p:cNvSpPr txBox="1"/>
          <p:nvPr/>
        </p:nvSpPr>
        <p:spPr>
          <a:xfrm>
            <a:off x="100184" y="5934670"/>
            <a:ext cx="26580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  <a:p>
            <a:r>
              <a:rPr lang="en-US" dirty="0"/>
              <a:t>trained </a:t>
            </a:r>
            <a:r>
              <a:rPr lang="en-US" dirty="0" err="1"/>
              <a:t>Fre</a:t>
            </a:r>
            <a:r>
              <a:rPr lang="en-US" dirty="0"/>
              <a:t> 200, case 1-6, </a:t>
            </a:r>
          </a:p>
          <a:p>
            <a:r>
              <a:rPr lang="en-US" dirty="0"/>
              <a:t>predict case7-8, </a:t>
            </a:r>
            <a:r>
              <a:rPr lang="en-US" dirty="0" err="1"/>
              <a:t>Fre</a:t>
            </a:r>
            <a:r>
              <a:rPr lang="en-US" dirty="0"/>
              <a:t> 20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32C65-B80D-F264-7760-6BF59AD5E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4" y="3533722"/>
            <a:ext cx="3339376" cy="2495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990F96-4C31-7199-CF7B-AB53AD198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46933" cy="3126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3129A3-DA5F-3DF4-121F-304AC66AB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33" y="0"/>
            <a:ext cx="4118038" cy="3126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D1C9B7-8CC1-FA5C-2826-632843665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264" y="3324655"/>
            <a:ext cx="4333471" cy="33045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893547-C735-8175-CBC3-D7F35E2653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4971" y="104722"/>
            <a:ext cx="3932137" cy="30215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8CE878-F578-8FDF-2E1A-A73EC7126B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0968" y="3324656"/>
            <a:ext cx="4084010" cy="320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27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1673</TotalTime>
  <Words>35</Words>
  <Application>Microsoft Macintosh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Figure 1- Joint Distribution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Laha Ale</dc:creator>
  <cp:lastModifiedBy>Laha Ale</cp:lastModifiedBy>
  <cp:revision>6</cp:revision>
  <dcterms:created xsi:type="dcterms:W3CDTF">2024-04-18T07:41:46Z</dcterms:created>
  <dcterms:modified xsi:type="dcterms:W3CDTF">2024-05-02T13:47:51Z</dcterms:modified>
</cp:coreProperties>
</file>